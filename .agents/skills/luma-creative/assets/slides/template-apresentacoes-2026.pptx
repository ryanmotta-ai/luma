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5143500" cx="9144000"/>
  <p:notesSz cx="6858000" cy="9144000"/>
  <p:embeddedFontLst>
    <p:embeddedFont>
      <p:font typeface="Roboto Black"/>
      <p:bold r:id="rId52"/>
      <p:boldItalic r:id="rId53"/>
    </p:embeddedFont>
    <p:embeddedFont>
      <p:font typeface="Roboto"/>
      <p:regular r:id="rId54"/>
      <p:bold r:id="rId55"/>
      <p:italic r:id="rId56"/>
      <p:boldItalic r:id="rId57"/>
    </p:embeddedFont>
    <p:embeddedFont>
      <p:font typeface="Roboto SemiBold"/>
      <p:regular r:id="rId58"/>
      <p:bold r:id="rId59"/>
      <p:italic r:id="rId60"/>
      <p:boldItalic r:id="rId61"/>
    </p:embeddedFont>
    <p:embeddedFont>
      <p:font typeface="Roboto Light"/>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6" roundtripDataSignature="AMtx7mgB5l4SkqWj69Uuvkz18UIAQ6dJ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RobotoLight-regular.fntdata"/><Relationship Id="rId61" Type="http://schemas.openxmlformats.org/officeDocument/2006/relationships/font" Target="fonts/RobotoSemiBold-boldItalic.fntdata"/><Relationship Id="rId20" Type="http://schemas.openxmlformats.org/officeDocument/2006/relationships/slide" Target="slides/slide16.xml"/><Relationship Id="rId64" Type="http://schemas.openxmlformats.org/officeDocument/2006/relationships/font" Target="fonts/RobotoLight-italic.fntdata"/><Relationship Id="rId63" Type="http://schemas.openxmlformats.org/officeDocument/2006/relationships/font" Target="fonts/RobotoLight-bold.fntdata"/><Relationship Id="rId22" Type="http://schemas.openxmlformats.org/officeDocument/2006/relationships/slide" Target="slides/slide18.xml"/><Relationship Id="rId66" Type="http://customschemas.google.com/relationships/presentationmetadata" Target="metadata"/><Relationship Id="rId21" Type="http://schemas.openxmlformats.org/officeDocument/2006/relationships/slide" Target="slides/slide17.xml"/><Relationship Id="rId65" Type="http://schemas.openxmlformats.org/officeDocument/2006/relationships/font" Target="fonts/RobotoLight-boldItalic.fntdata"/><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RobotoSemiBold-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font" Target="fonts/RobotoBlack-boldItalic.fntdata"/><Relationship Id="rId52" Type="http://schemas.openxmlformats.org/officeDocument/2006/relationships/font" Target="fonts/RobotoBlack-bold.fntdata"/><Relationship Id="rId11" Type="http://schemas.openxmlformats.org/officeDocument/2006/relationships/slide" Target="slides/slide7.xml"/><Relationship Id="rId55" Type="http://schemas.openxmlformats.org/officeDocument/2006/relationships/font" Target="fonts/Roboto-bold.fntdata"/><Relationship Id="rId10" Type="http://schemas.openxmlformats.org/officeDocument/2006/relationships/slide" Target="slides/slide6.xml"/><Relationship Id="rId54" Type="http://schemas.openxmlformats.org/officeDocument/2006/relationships/font" Target="fonts/Roboto-regular.fntdata"/><Relationship Id="rId13" Type="http://schemas.openxmlformats.org/officeDocument/2006/relationships/slide" Target="slides/slide9.xml"/><Relationship Id="rId57" Type="http://schemas.openxmlformats.org/officeDocument/2006/relationships/font" Target="fonts/Roboto-boldItalic.fntdata"/><Relationship Id="rId12" Type="http://schemas.openxmlformats.org/officeDocument/2006/relationships/slide" Target="slides/slide8.xml"/><Relationship Id="rId56" Type="http://schemas.openxmlformats.org/officeDocument/2006/relationships/font" Target="fonts/Roboto-italic.fntdata"/><Relationship Id="rId15" Type="http://schemas.openxmlformats.org/officeDocument/2006/relationships/slide" Target="slides/slide11.xml"/><Relationship Id="rId59" Type="http://schemas.openxmlformats.org/officeDocument/2006/relationships/font" Target="fonts/RobotoSemiBold-bold.fntdata"/><Relationship Id="rId14" Type="http://schemas.openxmlformats.org/officeDocument/2006/relationships/slide" Target="slides/slide10.xml"/><Relationship Id="rId58" Type="http://schemas.openxmlformats.org/officeDocument/2006/relationships/font" Target="fonts/RobotoSemiBold-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8" name="Google Shape;50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7" name="Google Shape;53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2" name="Google Shape;55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4" name="Google Shape;57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7" name="Google Shape;60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1" name="Google Shape;651;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3" name="Google Shape;67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5" name="Google Shape;695;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4" name="Google Shape;73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4" name="Google Shape;78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6" name="Google Shape;80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6" name="Google Shape;84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9" name="Google Shape;86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2" name="Google Shape;892;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9" name="Google Shape;929;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3" name="Google Shape;953;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claro 2" type="blank">
  <p:cSld name="BLANK">
    <p:spTree>
      <p:nvGrpSpPr>
        <p:cNvPr id="6" name="Shape 6"/>
        <p:cNvGrpSpPr/>
        <p:nvPr/>
      </p:nvGrpSpPr>
      <p:grpSpPr>
        <a:xfrm>
          <a:off x="0" y="0"/>
          <a:ext cx="0" cy="0"/>
          <a:chOff x="0" y="0"/>
          <a:chExt cx="0" cy="0"/>
        </a:xfrm>
      </p:grpSpPr>
      <p:pic>
        <p:nvPicPr>
          <p:cNvPr id="7" name="Google Shape;7;p50" title="fundo estampa.png"/>
          <p:cNvPicPr preferRelativeResize="0"/>
          <p:nvPr/>
        </p:nvPicPr>
        <p:blipFill rotWithShape="1">
          <a:blip r:embed="rId2">
            <a:alphaModFix/>
          </a:blip>
          <a:srcRect b="0" l="0" r="0" t="0"/>
          <a:stretch/>
        </p:blipFill>
        <p:spPr>
          <a:xfrm>
            <a:off x="0" y="0"/>
            <a:ext cx="9144018" cy="5143501"/>
          </a:xfrm>
          <a:prstGeom prst="rect">
            <a:avLst/>
          </a:prstGeom>
          <a:noFill/>
          <a:ln>
            <a:noFill/>
          </a:ln>
        </p:spPr>
      </p:pic>
      <p:pic>
        <p:nvPicPr>
          <p:cNvPr id="8" name="Google Shape;8;p50" title="Logo - Você Pede - Sem fundo.png"/>
          <p:cNvPicPr preferRelativeResize="0"/>
          <p:nvPr/>
        </p:nvPicPr>
        <p:blipFill>
          <a:blip r:embed="rId3">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type="titleOnly">
  <p:cSld name="TITLE_ONLY">
    <p:spTree>
      <p:nvGrpSpPr>
        <p:cNvPr id="9" name="Shape 9"/>
        <p:cNvGrpSpPr/>
        <p:nvPr/>
      </p:nvGrpSpPr>
      <p:grpSpPr>
        <a:xfrm>
          <a:off x="0" y="0"/>
          <a:ext cx="0" cy="0"/>
          <a:chOff x="0" y="0"/>
          <a:chExt cx="0" cy="0"/>
        </a:xfrm>
      </p:grpSpPr>
      <p:pic>
        <p:nvPicPr>
          <p:cNvPr id="10" name="Google Shape;10;p51" title="ppt_1.png"/>
          <p:cNvPicPr preferRelativeResize="0"/>
          <p:nvPr/>
        </p:nvPicPr>
        <p:blipFill rotWithShape="1">
          <a:blip r:embed="rId2">
            <a:alphaModFix/>
          </a:blip>
          <a:srcRect b="0" l="0" r="0" t="0"/>
          <a:stretch/>
        </p:blipFill>
        <p:spPr>
          <a:xfrm>
            <a:off x="0" y="0"/>
            <a:ext cx="9144003" cy="51434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laranja 1">
  <p:cSld name="ONE_COLUMN_TEXT">
    <p:spTree>
      <p:nvGrpSpPr>
        <p:cNvPr id="11" name="Shape 11"/>
        <p:cNvGrpSpPr/>
        <p:nvPr/>
      </p:nvGrpSpPr>
      <p:grpSpPr>
        <a:xfrm>
          <a:off x="0" y="0"/>
          <a:ext cx="0" cy="0"/>
          <a:chOff x="0" y="0"/>
          <a:chExt cx="0" cy="0"/>
        </a:xfrm>
      </p:grpSpPr>
      <p:sp>
        <p:nvSpPr>
          <p:cNvPr id="12" name="Google Shape;12;p52"/>
          <p:cNvSpPr/>
          <p:nvPr/>
        </p:nvSpPr>
        <p:spPr>
          <a:xfrm>
            <a:off x="0" y="225"/>
            <a:ext cx="9144000" cy="5143500"/>
          </a:xfrm>
          <a:prstGeom prst="rect">
            <a:avLst/>
          </a:prstGeom>
          <a:solidFill>
            <a:srgbClr val="F854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 name="Google Shape;13;p52" title="símbolo.png"/>
          <p:cNvPicPr preferRelativeResize="0"/>
          <p:nvPr/>
        </p:nvPicPr>
        <p:blipFill rotWithShape="1">
          <a:blip r:embed="rId2">
            <a:alphaModFix/>
          </a:blip>
          <a:srcRect b="-18930" l="28015" r="9465" t="-18944"/>
          <a:stretch/>
        </p:blipFill>
        <p:spPr>
          <a:xfrm>
            <a:off x="0" y="0"/>
            <a:ext cx="4330798" cy="514350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laranja 2">
  <p:cSld name="MAIN_POINT">
    <p:spTree>
      <p:nvGrpSpPr>
        <p:cNvPr id="14" name="Shape 14"/>
        <p:cNvGrpSpPr/>
        <p:nvPr/>
      </p:nvGrpSpPr>
      <p:grpSpPr>
        <a:xfrm>
          <a:off x="0" y="0"/>
          <a:ext cx="0" cy="0"/>
          <a:chOff x="0" y="0"/>
          <a:chExt cx="0" cy="0"/>
        </a:xfrm>
      </p:grpSpPr>
      <p:sp>
        <p:nvSpPr>
          <p:cNvPr id="15" name="Google Shape;15;p53"/>
          <p:cNvSpPr/>
          <p:nvPr/>
        </p:nvSpPr>
        <p:spPr>
          <a:xfrm>
            <a:off x="0" y="225"/>
            <a:ext cx="91440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53" title="símbolo.png"/>
          <p:cNvPicPr preferRelativeResize="0"/>
          <p:nvPr/>
        </p:nvPicPr>
        <p:blipFill rotWithShape="1">
          <a:blip r:embed="rId2">
            <a:alphaModFix/>
          </a:blip>
          <a:srcRect b="-18930" l="28015" r="9465" t="-18944"/>
          <a:stretch/>
        </p:blipFill>
        <p:spPr>
          <a:xfrm>
            <a:off x="0" y="0"/>
            <a:ext cx="4330798"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ítulo">
  <p:cSld name="SECTION_TITLE_AND_DESCRIPTION">
    <p:spTree>
      <p:nvGrpSpPr>
        <p:cNvPr id="17" name="Shape 17"/>
        <p:cNvGrpSpPr/>
        <p:nvPr/>
      </p:nvGrpSpPr>
      <p:grpSpPr>
        <a:xfrm>
          <a:off x="0" y="0"/>
          <a:ext cx="0" cy="0"/>
          <a:chOff x="0" y="0"/>
          <a:chExt cx="0" cy="0"/>
        </a:xfrm>
      </p:grpSpPr>
      <p:sp>
        <p:nvSpPr>
          <p:cNvPr id="18" name="Google Shape;18;p54"/>
          <p:cNvSpPr/>
          <p:nvPr/>
        </p:nvSpPr>
        <p:spPr>
          <a:xfrm>
            <a:off x="25" y="0"/>
            <a:ext cx="9144000" cy="5143500"/>
          </a:xfrm>
          <a:prstGeom prst="rect">
            <a:avLst/>
          </a:prstGeom>
          <a:gradFill>
            <a:gsLst>
              <a:gs pos="0">
                <a:srgbClr val="F85400"/>
              </a:gs>
              <a:gs pos="100000">
                <a:srgbClr val="FF9000"/>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 name="Google Shape;19;p54" title="símbolo.png"/>
          <p:cNvPicPr preferRelativeResize="0"/>
          <p:nvPr/>
        </p:nvPicPr>
        <p:blipFill rotWithShape="1">
          <a:blip r:embed="rId2">
            <a:alphaModFix/>
          </a:blip>
          <a:srcRect b="10888" l="9431" r="3248" t="-2079"/>
          <a:stretch/>
        </p:blipFill>
        <p:spPr>
          <a:xfrm>
            <a:off x="-75" y="-75"/>
            <a:ext cx="9144003" cy="5143501"/>
          </a:xfrm>
          <a:prstGeom prst="rect">
            <a:avLst/>
          </a:prstGeom>
          <a:noFill/>
          <a:ln>
            <a:noFill/>
          </a:ln>
        </p:spPr>
      </p:pic>
      <p:sp>
        <p:nvSpPr>
          <p:cNvPr id="20" name="Google Shape;20;p54"/>
          <p:cNvSpPr/>
          <p:nvPr/>
        </p:nvSpPr>
        <p:spPr>
          <a:xfrm>
            <a:off x="1125475" y="2116650"/>
            <a:ext cx="6893100" cy="910200"/>
          </a:xfrm>
          <a:prstGeom prst="roundRect">
            <a:avLst>
              <a:gd fmla="val 21176" name="adj"/>
            </a:avLst>
          </a:prstGeom>
          <a:solidFill>
            <a:schemeClr val="lt1"/>
          </a:solidFill>
          <a:ln>
            <a:noFill/>
          </a:ln>
          <a:effectLst>
            <a:outerShdw blurRad="371475" rotWithShape="0" algn="bl" dir="2700000" dist="152400">
              <a:srgbClr val="000000">
                <a:alpha val="25882"/>
              </a:srgbClr>
            </a:outerShdw>
          </a:effectLst>
        </p:spPr>
        <p:txBody>
          <a:bodyPr anchorCtr="0" anchor="ctr" bIns="153225" lIns="153225" spcFirstLastPara="1" rIns="153225" wrap="square" tIns="153225">
            <a:noAutofit/>
          </a:bodyPr>
          <a:lstStyle/>
          <a:p>
            <a:pPr indent="0" lvl="0" marL="0" marR="0" rtl="0" algn="ctr">
              <a:lnSpc>
                <a:spcPct val="100000"/>
              </a:lnSpc>
              <a:spcBef>
                <a:spcPts val="0"/>
              </a:spcBef>
              <a:spcAft>
                <a:spcPts val="0"/>
              </a:spcAft>
              <a:buClr>
                <a:srgbClr val="000000"/>
              </a:buClr>
              <a:buSzPts val="2346"/>
              <a:buFont typeface="Arial"/>
              <a:buNone/>
            </a:pPr>
            <a:r>
              <a:t/>
            </a:r>
            <a:endParaRPr b="0" i="0" sz="2346" u="none" cap="none" strike="noStrike">
              <a:solidFill>
                <a:srgbClr val="000000"/>
              </a:solidFill>
              <a:latin typeface="Arial"/>
              <a:ea typeface="Arial"/>
              <a:cs typeface="Arial"/>
              <a:sym typeface="Arial"/>
            </a:endParaRPr>
          </a:p>
        </p:txBody>
      </p:sp>
      <p:pic>
        <p:nvPicPr>
          <p:cNvPr id="21" name="Google Shape;21;p54" title="Logo - Você Pede - Sem fundo.png"/>
          <p:cNvPicPr preferRelativeResize="0"/>
          <p:nvPr/>
        </p:nvPicPr>
        <p:blipFill>
          <a:blip r:embed="rId3">
            <a:alphaModFix/>
          </a:blip>
          <a:stretch>
            <a:fillRect/>
          </a:stretch>
        </p:blipFill>
        <p:spPr>
          <a:xfrm>
            <a:off x="4181274" y="4280175"/>
            <a:ext cx="781300" cy="67300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laranja 3">
  <p:cSld name="SECTION_TITLE_AND_DESCRIPTION_1">
    <p:spTree>
      <p:nvGrpSpPr>
        <p:cNvPr id="22" name="Shape 22"/>
        <p:cNvGrpSpPr/>
        <p:nvPr/>
      </p:nvGrpSpPr>
      <p:grpSpPr>
        <a:xfrm>
          <a:off x="0" y="0"/>
          <a:ext cx="0" cy="0"/>
          <a:chOff x="0" y="0"/>
          <a:chExt cx="0" cy="0"/>
        </a:xfrm>
      </p:grpSpPr>
      <p:sp>
        <p:nvSpPr>
          <p:cNvPr id="23" name="Google Shape;23;p55"/>
          <p:cNvSpPr/>
          <p:nvPr/>
        </p:nvSpPr>
        <p:spPr>
          <a:xfrm>
            <a:off x="25" y="0"/>
            <a:ext cx="9144000" cy="5143500"/>
          </a:xfrm>
          <a:prstGeom prst="rect">
            <a:avLst/>
          </a:prstGeom>
          <a:gradFill>
            <a:gsLst>
              <a:gs pos="0">
                <a:srgbClr val="F85400"/>
              </a:gs>
              <a:gs pos="100000">
                <a:srgbClr val="FF9000"/>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 name="Google Shape;24;p55" title="símbolo.png"/>
          <p:cNvPicPr preferRelativeResize="0"/>
          <p:nvPr/>
        </p:nvPicPr>
        <p:blipFill rotWithShape="1">
          <a:blip r:embed="rId2">
            <a:alphaModFix/>
          </a:blip>
          <a:srcRect b="10888" l="9431" r="3248" t="-2079"/>
          <a:stretch/>
        </p:blipFill>
        <p:spPr>
          <a:xfrm>
            <a:off x="-75" y="-75"/>
            <a:ext cx="9144003" cy="5143501"/>
          </a:xfrm>
          <a:prstGeom prst="rect">
            <a:avLst/>
          </a:prstGeom>
          <a:noFill/>
          <a:ln>
            <a:noFill/>
          </a:ln>
        </p:spPr>
      </p:pic>
      <p:pic>
        <p:nvPicPr>
          <p:cNvPr id="25" name="Google Shape;25;p55" title="Logo - Você Pede - Sem fundo.png"/>
          <p:cNvPicPr preferRelativeResize="0"/>
          <p:nvPr/>
        </p:nvPicPr>
        <p:blipFill>
          <a:blip r:embed="rId3">
            <a:alphaModFix/>
          </a:blip>
          <a:stretch>
            <a:fillRect/>
          </a:stretch>
        </p:blipFill>
        <p:spPr>
          <a:xfrm>
            <a:off x="8189175" y="180000"/>
            <a:ext cx="575975" cy="4961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laranja 4">
  <p:cSld name="CAPTION_ONLY">
    <p:spTree>
      <p:nvGrpSpPr>
        <p:cNvPr id="26" name="Shape 26"/>
        <p:cNvGrpSpPr/>
        <p:nvPr/>
      </p:nvGrpSpPr>
      <p:grpSpPr>
        <a:xfrm>
          <a:off x="0" y="0"/>
          <a:ext cx="0" cy="0"/>
          <a:chOff x="0" y="0"/>
          <a:chExt cx="0" cy="0"/>
        </a:xfrm>
      </p:grpSpPr>
      <p:pic>
        <p:nvPicPr>
          <p:cNvPr id="27" name="Google Shape;27;p56" title="fundo degrade.png"/>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8" name="Google Shape;28;p56"/>
          <p:cNvSpPr/>
          <p:nvPr>
            <p:ph idx="2" type="pic"/>
          </p:nvPr>
        </p:nvSpPr>
        <p:spPr>
          <a:xfrm>
            <a:off x="3657575" y="772200"/>
            <a:ext cx="4805400" cy="3599100"/>
          </a:xfrm>
          <a:prstGeom prst="roundRect">
            <a:avLst>
              <a:gd fmla="val 4595" name="adj"/>
            </a:avLst>
          </a:prstGeom>
          <a:noFill/>
          <a:ln>
            <a:noFill/>
          </a:ln>
        </p:spPr>
      </p:sp>
      <p:pic>
        <p:nvPicPr>
          <p:cNvPr id="29" name="Google Shape;29;p56" title="Logo - Você Pede - Sem fundo.png"/>
          <p:cNvPicPr preferRelativeResize="0"/>
          <p:nvPr/>
        </p:nvPicPr>
        <p:blipFill>
          <a:blip r:embed="rId3">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laranja 5">
  <p:cSld name="CAPTION_ONLY_1">
    <p:spTree>
      <p:nvGrpSpPr>
        <p:cNvPr id="30" name="Shape 30"/>
        <p:cNvGrpSpPr/>
        <p:nvPr/>
      </p:nvGrpSpPr>
      <p:grpSpPr>
        <a:xfrm>
          <a:off x="0" y="0"/>
          <a:ext cx="0" cy="0"/>
          <a:chOff x="0" y="0"/>
          <a:chExt cx="0" cy="0"/>
        </a:xfrm>
      </p:grpSpPr>
      <p:pic>
        <p:nvPicPr>
          <p:cNvPr id="31" name="Google Shape;31;p57" title="fundo degrade.png"/>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32" name="Google Shape;32;p57" title="Logo - Você Pede - Sem fundo.png"/>
          <p:cNvPicPr preferRelativeResize="0"/>
          <p:nvPr/>
        </p:nvPicPr>
        <p:blipFill>
          <a:blip r:embed="rId3">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claro 1">
  <p:cSld name="BIG_NUMBER">
    <p:spTree>
      <p:nvGrpSpPr>
        <p:cNvPr id="33" name="Shape 33"/>
        <p:cNvGrpSpPr/>
        <p:nvPr/>
      </p:nvGrpSpPr>
      <p:grpSpPr>
        <a:xfrm>
          <a:off x="0" y="0"/>
          <a:ext cx="0" cy="0"/>
          <a:chOff x="0" y="0"/>
          <a:chExt cx="0" cy="0"/>
        </a:xfrm>
      </p:grpSpPr>
      <p:pic>
        <p:nvPicPr>
          <p:cNvPr id="34" name="Google Shape;34;p58" title="fundo estampa.png"/>
          <p:cNvPicPr preferRelativeResize="0"/>
          <p:nvPr/>
        </p:nvPicPr>
        <p:blipFill rotWithShape="1">
          <a:blip r:embed="rId2">
            <a:alphaModFix/>
          </a:blip>
          <a:srcRect b="0" l="0" r="0" t="0"/>
          <a:stretch/>
        </p:blipFill>
        <p:spPr>
          <a:xfrm>
            <a:off x="0" y="0"/>
            <a:ext cx="9144018" cy="5143501"/>
          </a:xfrm>
          <a:prstGeom prst="rect">
            <a:avLst/>
          </a:prstGeom>
          <a:noFill/>
          <a:ln>
            <a:noFill/>
          </a:ln>
        </p:spPr>
      </p:pic>
      <p:sp>
        <p:nvSpPr>
          <p:cNvPr id="35" name="Google Shape;35;p58"/>
          <p:cNvSpPr/>
          <p:nvPr>
            <p:ph idx="2" type="pic"/>
          </p:nvPr>
        </p:nvSpPr>
        <p:spPr>
          <a:xfrm>
            <a:off x="3562850" y="1136275"/>
            <a:ext cx="4941600" cy="2715300"/>
          </a:xfrm>
          <a:prstGeom prst="roundRect">
            <a:avLst>
              <a:gd fmla="val 8023" name="adj"/>
            </a:avLst>
          </a:prstGeom>
          <a:noFill/>
          <a:ln>
            <a:noFill/>
          </a:ln>
        </p:spPr>
      </p:sp>
      <p:pic>
        <p:nvPicPr>
          <p:cNvPr id="36" name="Google Shape;36;p58" title="Logo - Você Pede - Sem fundo.png"/>
          <p:cNvPicPr preferRelativeResize="0"/>
          <p:nvPr/>
        </p:nvPicPr>
        <p:blipFill>
          <a:blip r:embed="rId3">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notebook 1" type="title">
  <p:cSld name="TITLE">
    <p:spTree>
      <p:nvGrpSpPr>
        <p:cNvPr id="37" name="Shape 37"/>
        <p:cNvGrpSpPr/>
        <p:nvPr/>
      </p:nvGrpSpPr>
      <p:grpSpPr>
        <a:xfrm>
          <a:off x="0" y="0"/>
          <a:ext cx="0" cy="0"/>
          <a:chOff x="0" y="0"/>
          <a:chExt cx="0" cy="0"/>
        </a:xfrm>
      </p:grpSpPr>
      <p:sp>
        <p:nvSpPr>
          <p:cNvPr id="38" name="Google Shape;38;p59"/>
          <p:cNvSpPr/>
          <p:nvPr/>
        </p:nvSpPr>
        <p:spPr>
          <a:xfrm>
            <a:off x="0" y="0"/>
            <a:ext cx="45039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 name="Google Shape;39;p59" title="AdobeStock_529526187.png"/>
          <p:cNvPicPr preferRelativeResize="0"/>
          <p:nvPr/>
        </p:nvPicPr>
        <p:blipFill rotWithShape="1">
          <a:blip r:embed="rId2">
            <a:alphaModFix/>
          </a:blip>
          <a:srcRect b="0" l="0" r="0" t="0"/>
          <a:stretch/>
        </p:blipFill>
        <p:spPr>
          <a:xfrm>
            <a:off x="182100" y="482900"/>
            <a:ext cx="6207324" cy="4137199"/>
          </a:xfrm>
          <a:prstGeom prst="rect">
            <a:avLst/>
          </a:prstGeom>
          <a:noFill/>
          <a:ln>
            <a:noFill/>
          </a:ln>
        </p:spPr>
      </p:pic>
      <p:sp>
        <p:nvSpPr>
          <p:cNvPr id="40" name="Google Shape;40;p59"/>
          <p:cNvSpPr/>
          <p:nvPr>
            <p:ph idx="2" type="pic"/>
          </p:nvPr>
        </p:nvSpPr>
        <p:spPr>
          <a:xfrm>
            <a:off x="1166825" y="1181100"/>
            <a:ext cx="4238700" cy="2667000"/>
          </a:xfrm>
          <a:prstGeom prst="rect">
            <a:avLst/>
          </a:prstGeom>
          <a:noFill/>
          <a:ln>
            <a:noFill/>
          </a:ln>
        </p:spPr>
      </p:sp>
      <p:pic>
        <p:nvPicPr>
          <p:cNvPr id="41" name="Google Shape;41;p59" title="Logo - Você Pede - Sem fundo.png"/>
          <p:cNvPicPr preferRelativeResize="0"/>
          <p:nvPr/>
        </p:nvPicPr>
        <p:blipFill>
          <a:blip r:embed="rId3">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notebook 2" type="secHead">
  <p:cSld name="SECTION_HEADER">
    <p:spTree>
      <p:nvGrpSpPr>
        <p:cNvPr id="42" name="Shape 42"/>
        <p:cNvGrpSpPr/>
        <p:nvPr/>
      </p:nvGrpSpPr>
      <p:grpSpPr>
        <a:xfrm>
          <a:off x="0" y="0"/>
          <a:ext cx="0" cy="0"/>
          <a:chOff x="0" y="0"/>
          <a:chExt cx="0" cy="0"/>
        </a:xfrm>
      </p:grpSpPr>
      <p:sp>
        <p:nvSpPr>
          <p:cNvPr id="43" name="Google Shape;43;p60"/>
          <p:cNvSpPr/>
          <p:nvPr/>
        </p:nvSpPr>
        <p:spPr>
          <a:xfrm>
            <a:off x="0" y="0"/>
            <a:ext cx="45039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 name="Google Shape;44;p60" title="AdobeStock_529526187.png"/>
          <p:cNvPicPr preferRelativeResize="0"/>
          <p:nvPr/>
        </p:nvPicPr>
        <p:blipFill rotWithShape="1">
          <a:blip r:embed="rId2">
            <a:alphaModFix/>
          </a:blip>
          <a:srcRect b="0" l="0" r="0" t="0"/>
          <a:stretch/>
        </p:blipFill>
        <p:spPr>
          <a:xfrm>
            <a:off x="2730750" y="482900"/>
            <a:ext cx="6207324" cy="4137199"/>
          </a:xfrm>
          <a:prstGeom prst="rect">
            <a:avLst/>
          </a:prstGeom>
          <a:noFill/>
          <a:ln>
            <a:noFill/>
          </a:ln>
        </p:spPr>
      </p:pic>
      <p:sp>
        <p:nvSpPr>
          <p:cNvPr id="45" name="Google Shape;45;p60"/>
          <p:cNvSpPr/>
          <p:nvPr>
            <p:ph idx="2" type="pic"/>
          </p:nvPr>
        </p:nvSpPr>
        <p:spPr>
          <a:xfrm>
            <a:off x="3715475" y="1181100"/>
            <a:ext cx="4238700" cy="2667000"/>
          </a:xfrm>
          <a:prstGeom prst="rect">
            <a:avLst/>
          </a:prstGeom>
          <a:noFill/>
          <a:ln>
            <a:noFill/>
          </a:ln>
        </p:spPr>
      </p:sp>
      <p:pic>
        <p:nvPicPr>
          <p:cNvPr id="46" name="Google Shape;46;p60" title="Logo - Você Pede - Sem fundo.png"/>
          <p:cNvPicPr preferRelativeResize="0"/>
          <p:nvPr/>
        </p:nvPicPr>
        <p:blipFill>
          <a:blip r:embed="rId3">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anja + claro">
  <p:cSld name="TITLE_1">
    <p:spTree>
      <p:nvGrpSpPr>
        <p:cNvPr id="47" name="Shape 47"/>
        <p:cNvGrpSpPr/>
        <p:nvPr/>
      </p:nvGrpSpPr>
      <p:grpSpPr>
        <a:xfrm>
          <a:off x="0" y="0"/>
          <a:ext cx="0" cy="0"/>
          <a:chOff x="0" y="0"/>
          <a:chExt cx="0" cy="0"/>
        </a:xfrm>
      </p:grpSpPr>
      <p:sp>
        <p:nvSpPr>
          <p:cNvPr id="48" name="Google Shape;48;p61"/>
          <p:cNvSpPr/>
          <p:nvPr/>
        </p:nvSpPr>
        <p:spPr>
          <a:xfrm>
            <a:off x="0" y="0"/>
            <a:ext cx="45039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 name="Google Shape;49;p61" title="Logo - Você Pede - Sem fundo.png"/>
          <p:cNvPicPr preferRelativeResize="0"/>
          <p:nvPr/>
        </p:nvPicPr>
        <p:blipFill>
          <a:blip r:embed="rId2">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celular 1" type="tx">
  <p:cSld name="TITLE_AND_BODY">
    <p:spTree>
      <p:nvGrpSpPr>
        <p:cNvPr id="50" name="Shape 50"/>
        <p:cNvGrpSpPr/>
        <p:nvPr/>
      </p:nvGrpSpPr>
      <p:grpSpPr>
        <a:xfrm>
          <a:off x="0" y="0"/>
          <a:ext cx="0" cy="0"/>
          <a:chOff x="0" y="0"/>
          <a:chExt cx="0" cy="0"/>
        </a:xfrm>
      </p:grpSpPr>
      <p:sp>
        <p:nvSpPr>
          <p:cNvPr id="51" name="Google Shape;51;p62"/>
          <p:cNvSpPr/>
          <p:nvPr/>
        </p:nvSpPr>
        <p:spPr>
          <a:xfrm>
            <a:off x="3042900" y="0"/>
            <a:ext cx="30582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 name="Google Shape;52;p62" title="iphone frente app.png"/>
          <p:cNvPicPr preferRelativeResize="0"/>
          <p:nvPr/>
        </p:nvPicPr>
        <p:blipFill rotWithShape="1">
          <a:blip r:embed="rId2">
            <a:alphaModFix/>
          </a:blip>
          <a:srcRect b="3610" l="31650" r="31577" t="3600"/>
          <a:stretch/>
        </p:blipFill>
        <p:spPr>
          <a:xfrm>
            <a:off x="3042900" y="0"/>
            <a:ext cx="3058202" cy="5143501"/>
          </a:xfrm>
          <a:prstGeom prst="rect">
            <a:avLst/>
          </a:prstGeom>
          <a:noFill/>
          <a:ln>
            <a:noFill/>
          </a:ln>
        </p:spPr>
      </p:pic>
      <p:pic>
        <p:nvPicPr>
          <p:cNvPr id="53" name="Google Shape;53;p62" title="Logo - Você Pede - Sem fundo.png"/>
          <p:cNvPicPr preferRelativeResize="0"/>
          <p:nvPr/>
        </p:nvPicPr>
        <p:blipFill>
          <a:blip r:embed="rId3">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celular 2" type="twoColTx">
  <p:cSld name="TITLE_AND_TWO_COLUMNS">
    <p:spTree>
      <p:nvGrpSpPr>
        <p:cNvPr id="54" name="Shape 54"/>
        <p:cNvGrpSpPr/>
        <p:nvPr/>
      </p:nvGrpSpPr>
      <p:grpSpPr>
        <a:xfrm>
          <a:off x="0" y="0"/>
          <a:ext cx="0" cy="0"/>
          <a:chOff x="0" y="0"/>
          <a:chExt cx="0" cy="0"/>
        </a:xfrm>
      </p:grpSpPr>
      <p:sp>
        <p:nvSpPr>
          <p:cNvPr id="55" name="Google Shape;55;p63"/>
          <p:cNvSpPr/>
          <p:nvPr/>
        </p:nvSpPr>
        <p:spPr>
          <a:xfrm>
            <a:off x="3042900" y="0"/>
            <a:ext cx="30582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 name="Google Shape;56;p63" title="iphone frente app.png"/>
          <p:cNvPicPr preferRelativeResize="0"/>
          <p:nvPr/>
        </p:nvPicPr>
        <p:blipFill rotWithShape="1">
          <a:blip r:embed="rId2">
            <a:alphaModFix/>
          </a:blip>
          <a:srcRect b="3610" l="31650" r="31577" t="3600"/>
          <a:stretch/>
        </p:blipFill>
        <p:spPr>
          <a:xfrm>
            <a:off x="3042900" y="0"/>
            <a:ext cx="3058202" cy="5143501"/>
          </a:xfrm>
          <a:prstGeom prst="rect">
            <a:avLst/>
          </a:prstGeom>
          <a:noFill/>
          <a:ln>
            <a:noFill/>
          </a:ln>
        </p:spPr>
      </p:pic>
      <p:sp>
        <p:nvSpPr>
          <p:cNvPr id="57" name="Google Shape;57;p63"/>
          <p:cNvSpPr/>
          <p:nvPr>
            <p:ph idx="2" type="pic"/>
          </p:nvPr>
        </p:nvSpPr>
        <p:spPr>
          <a:xfrm>
            <a:off x="3633800" y="569125"/>
            <a:ext cx="1895400" cy="4083900"/>
          </a:xfrm>
          <a:prstGeom prst="roundRect">
            <a:avLst>
              <a:gd fmla="val 13568" name="adj"/>
            </a:avLst>
          </a:prstGeom>
          <a:noFill/>
          <a:ln>
            <a:noFill/>
          </a:ln>
        </p:spPr>
      </p:sp>
      <p:pic>
        <p:nvPicPr>
          <p:cNvPr id="58" name="Google Shape;58;p63" title="Logo - Você Pede - Sem fundo.png"/>
          <p:cNvPicPr preferRelativeResize="0"/>
          <p:nvPr/>
        </p:nvPicPr>
        <p:blipFill>
          <a:blip r:embed="rId3">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claro 3">
  <p:cSld name="CUSTOM">
    <p:spTree>
      <p:nvGrpSpPr>
        <p:cNvPr id="59" name="Shape 59"/>
        <p:cNvGrpSpPr/>
        <p:nvPr/>
      </p:nvGrpSpPr>
      <p:grpSpPr>
        <a:xfrm>
          <a:off x="0" y="0"/>
          <a:ext cx="0" cy="0"/>
          <a:chOff x="0" y="0"/>
          <a:chExt cx="0" cy="0"/>
        </a:xfrm>
      </p:grpSpPr>
      <p:sp>
        <p:nvSpPr>
          <p:cNvPr id="60" name="Google Shape;60;p64"/>
          <p:cNvSpPr/>
          <p:nvPr/>
        </p:nvSpPr>
        <p:spPr>
          <a:xfrm>
            <a:off x="0" y="0"/>
            <a:ext cx="8706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 name="Google Shape;61;p64" title="Logo - Você Pede - Sem fundo.png"/>
          <p:cNvPicPr preferRelativeResize="0"/>
          <p:nvPr/>
        </p:nvPicPr>
        <p:blipFill>
          <a:blip r:embed="rId2">
            <a:alphaModFix/>
          </a:blip>
          <a:stretch>
            <a:fillRect/>
          </a:stretch>
        </p:blipFill>
        <p:spPr>
          <a:xfrm>
            <a:off x="8189175" y="180000"/>
            <a:ext cx="575975" cy="49612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mapa">
  <p:cSld name="CUSTOM_1">
    <p:spTree>
      <p:nvGrpSpPr>
        <p:cNvPr id="62" name="Shape 62"/>
        <p:cNvGrpSpPr/>
        <p:nvPr/>
      </p:nvGrpSpPr>
      <p:grpSpPr>
        <a:xfrm>
          <a:off x="0" y="0"/>
          <a:ext cx="0" cy="0"/>
          <a:chOff x="0" y="0"/>
          <a:chExt cx="0" cy="0"/>
        </a:xfrm>
      </p:grpSpPr>
      <p:pic>
        <p:nvPicPr>
          <p:cNvPr id="63" name="Google Shape;63;p65" title="ppt_2.png"/>
          <p:cNvPicPr preferRelativeResize="0"/>
          <p:nvPr/>
        </p:nvPicPr>
        <p:blipFill rotWithShape="1">
          <a:blip r:embed="rId2">
            <a:alphaModFix/>
          </a:blip>
          <a:srcRect b="0" l="0" r="0" t="0"/>
          <a:stretch/>
        </p:blipFill>
        <p:spPr>
          <a:xfrm>
            <a:off x="0" y="0"/>
            <a:ext cx="9143997" cy="5143516"/>
          </a:xfrm>
          <a:prstGeom prst="rect">
            <a:avLst/>
          </a:prstGeom>
          <a:noFill/>
          <a:ln>
            <a:noFill/>
          </a:ln>
        </p:spPr>
      </p:pic>
      <p:sp>
        <p:nvSpPr>
          <p:cNvPr id="64" name="Google Shape;64;p65"/>
          <p:cNvSpPr/>
          <p:nvPr/>
        </p:nvSpPr>
        <p:spPr>
          <a:xfrm>
            <a:off x="0" y="0"/>
            <a:ext cx="8706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5" name="Google Shape;65;p65" title="Logo - Você Pede - Sem fundo.png"/>
          <p:cNvPicPr preferRelativeResize="0"/>
          <p:nvPr/>
        </p:nvPicPr>
        <p:blipFill>
          <a:blip r:embed="rId3">
            <a:alphaModFix/>
          </a:blip>
          <a:stretch>
            <a:fillRect/>
          </a:stretch>
        </p:blipFill>
        <p:spPr>
          <a:xfrm>
            <a:off x="8189175" y="4439675"/>
            <a:ext cx="575975" cy="49612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o claro 4">
  <p:cSld name="CUSTOM_2">
    <p:spTree>
      <p:nvGrpSpPr>
        <p:cNvPr id="66" name="Shape 66"/>
        <p:cNvGrpSpPr/>
        <p:nvPr/>
      </p:nvGrpSpPr>
      <p:grpSpPr>
        <a:xfrm>
          <a:off x="0" y="0"/>
          <a:ext cx="0" cy="0"/>
          <a:chOff x="0" y="0"/>
          <a:chExt cx="0" cy="0"/>
        </a:xfrm>
      </p:grpSpPr>
      <p:pic>
        <p:nvPicPr>
          <p:cNvPr id="67" name="Google Shape;67;p66" title="Logo - Você Pede - Sem fundo.png"/>
          <p:cNvPicPr preferRelativeResize="0"/>
          <p:nvPr/>
        </p:nvPicPr>
        <p:blipFill>
          <a:blip r:embed="rId2">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lendário">
  <p:cSld name="SECTION_TITLE_AND_DESCRIPTION_1_1">
    <p:spTree>
      <p:nvGrpSpPr>
        <p:cNvPr id="68" name="Shape 68"/>
        <p:cNvGrpSpPr/>
        <p:nvPr/>
      </p:nvGrpSpPr>
      <p:grpSpPr>
        <a:xfrm>
          <a:off x="0" y="0"/>
          <a:ext cx="0" cy="0"/>
          <a:chOff x="0" y="0"/>
          <a:chExt cx="0" cy="0"/>
        </a:xfrm>
      </p:grpSpPr>
      <p:sp>
        <p:nvSpPr>
          <p:cNvPr id="69" name="Google Shape;69;p67"/>
          <p:cNvSpPr/>
          <p:nvPr/>
        </p:nvSpPr>
        <p:spPr>
          <a:xfrm>
            <a:off x="25" y="0"/>
            <a:ext cx="9144000" cy="5143500"/>
          </a:xfrm>
          <a:prstGeom prst="rect">
            <a:avLst/>
          </a:prstGeom>
          <a:gradFill>
            <a:gsLst>
              <a:gs pos="0">
                <a:srgbClr val="F85400"/>
              </a:gs>
              <a:gs pos="100000">
                <a:srgbClr val="FF9000"/>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0" name="Google Shape;70;p67" title="símbolo.png"/>
          <p:cNvPicPr preferRelativeResize="0"/>
          <p:nvPr/>
        </p:nvPicPr>
        <p:blipFill rotWithShape="1">
          <a:blip r:embed="rId2">
            <a:alphaModFix/>
          </a:blip>
          <a:srcRect b="10888" l="9431" r="3248" t="-2079"/>
          <a:stretch/>
        </p:blipFill>
        <p:spPr>
          <a:xfrm>
            <a:off x="-75" y="-75"/>
            <a:ext cx="9144003" cy="5143501"/>
          </a:xfrm>
          <a:prstGeom prst="rect">
            <a:avLst/>
          </a:prstGeom>
          <a:noFill/>
          <a:ln>
            <a:noFill/>
          </a:ln>
        </p:spPr>
      </p:pic>
      <p:grpSp>
        <p:nvGrpSpPr>
          <p:cNvPr id="71" name="Google Shape;71;p67"/>
          <p:cNvGrpSpPr/>
          <p:nvPr/>
        </p:nvGrpSpPr>
        <p:grpSpPr>
          <a:xfrm>
            <a:off x="1263875" y="238725"/>
            <a:ext cx="7624650" cy="4666050"/>
            <a:chOff x="1263875" y="238725"/>
            <a:chExt cx="7624650" cy="4666050"/>
          </a:xfrm>
        </p:grpSpPr>
        <p:sp>
          <p:nvSpPr>
            <p:cNvPr id="72" name="Google Shape;72;p67"/>
            <p:cNvSpPr/>
            <p:nvPr/>
          </p:nvSpPr>
          <p:spPr>
            <a:xfrm>
              <a:off x="23577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67"/>
            <p:cNvSpPr/>
            <p:nvPr/>
          </p:nvSpPr>
          <p:spPr>
            <a:xfrm>
              <a:off x="34514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7"/>
            <p:cNvSpPr/>
            <p:nvPr/>
          </p:nvSpPr>
          <p:spPr>
            <a:xfrm>
              <a:off x="45451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67"/>
            <p:cNvSpPr/>
            <p:nvPr/>
          </p:nvSpPr>
          <p:spPr>
            <a:xfrm>
              <a:off x="56388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7"/>
            <p:cNvSpPr/>
            <p:nvPr/>
          </p:nvSpPr>
          <p:spPr>
            <a:xfrm>
              <a:off x="67325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67"/>
            <p:cNvSpPr/>
            <p:nvPr/>
          </p:nvSpPr>
          <p:spPr>
            <a:xfrm>
              <a:off x="78262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67"/>
            <p:cNvSpPr/>
            <p:nvPr/>
          </p:nvSpPr>
          <p:spPr>
            <a:xfrm>
              <a:off x="1264100" y="238725"/>
              <a:ext cx="1062300" cy="363000"/>
            </a:xfrm>
            <a:prstGeom prst="roundRect">
              <a:avLst>
                <a:gd fmla="val 16646" name="adj"/>
              </a:avLst>
            </a:prstGeom>
            <a:solidFill>
              <a:srgbClr val="F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Roboto Black"/>
                  <a:ea typeface="Roboto Black"/>
                  <a:cs typeface="Roboto Black"/>
                  <a:sym typeface="Roboto Black"/>
                </a:rPr>
                <a:t>DOM</a:t>
              </a:r>
              <a:endParaRPr b="0" i="0" sz="1400" u="none" cap="none" strike="noStrike">
                <a:solidFill>
                  <a:schemeClr val="lt1"/>
                </a:solidFill>
                <a:latin typeface="Roboto Black"/>
                <a:ea typeface="Roboto Black"/>
                <a:cs typeface="Roboto Black"/>
                <a:sym typeface="Roboto Black"/>
              </a:endParaRPr>
            </a:p>
          </p:txBody>
        </p:sp>
        <p:sp>
          <p:nvSpPr>
            <p:cNvPr id="79" name="Google Shape;79;p67"/>
            <p:cNvSpPr/>
            <p:nvPr/>
          </p:nvSpPr>
          <p:spPr>
            <a:xfrm>
              <a:off x="2357725" y="238725"/>
              <a:ext cx="1062300" cy="363000"/>
            </a:xfrm>
            <a:prstGeom prst="roundRect">
              <a:avLst>
                <a:gd fmla="val 16646" name="adj"/>
              </a:avLst>
            </a:prstGeom>
            <a:solidFill>
              <a:srgbClr val="F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Roboto Black"/>
                  <a:ea typeface="Roboto Black"/>
                  <a:cs typeface="Roboto Black"/>
                  <a:sym typeface="Roboto Black"/>
                </a:rPr>
                <a:t>SEG</a:t>
              </a:r>
              <a:endParaRPr b="0" i="0" sz="1400" u="none" cap="none" strike="noStrike">
                <a:solidFill>
                  <a:schemeClr val="lt1"/>
                </a:solidFill>
                <a:latin typeface="Roboto Black"/>
                <a:ea typeface="Roboto Black"/>
                <a:cs typeface="Roboto Black"/>
                <a:sym typeface="Roboto Black"/>
              </a:endParaRPr>
            </a:p>
          </p:txBody>
        </p:sp>
        <p:sp>
          <p:nvSpPr>
            <p:cNvPr id="80" name="Google Shape;80;p67"/>
            <p:cNvSpPr/>
            <p:nvPr/>
          </p:nvSpPr>
          <p:spPr>
            <a:xfrm>
              <a:off x="3451350" y="238725"/>
              <a:ext cx="1062300" cy="363000"/>
            </a:xfrm>
            <a:prstGeom prst="roundRect">
              <a:avLst>
                <a:gd fmla="val 16646" name="adj"/>
              </a:avLst>
            </a:prstGeom>
            <a:solidFill>
              <a:srgbClr val="F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Roboto Black"/>
                  <a:ea typeface="Roboto Black"/>
                  <a:cs typeface="Roboto Black"/>
                  <a:sym typeface="Roboto Black"/>
                </a:rPr>
                <a:t>TER</a:t>
              </a:r>
              <a:endParaRPr b="0" i="0" sz="1400" u="none" cap="none" strike="noStrike">
                <a:solidFill>
                  <a:schemeClr val="lt1"/>
                </a:solidFill>
                <a:latin typeface="Roboto Black"/>
                <a:ea typeface="Roboto Black"/>
                <a:cs typeface="Roboto Black"/>
                <a:sym typeface="Roboto Black"/>
              </a:endParaRPr>
            </a:p>
          </p:txBody>
        </p:sp>
        <p:sp>
          <p:nvSpPr>
            <p:cNvPr id="81" name="Google Shape;81;p67"/>
            <p:cNvSpPr/>
            <p:nvPr/>
          </p:nvSpPr>
          <p:spPr>
            <a:xfrm>
              <a:off x="4544975" y="238725"/>
              <a:ext cx="1062300" cy="363000"/>
            </a:xfrm>
            <a:prstGeom prst="roundRect">
              <a:avLst>
                <a:gd fmla="val 16646" name="adj"/>
              </a:avLst>
            </a:prstGeom>
            <a:solidFill>
              <a:srgbClr val="F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Roboto Black"/>
                  <a:ea typeface="Roboto Black"/>
                  <a:cs typeface="Roboto Black"/>
                  <a:sym typeface="Roboto Black"/>
                </a:rPr>
                <a:t>QUA</a:t>
              </a:r>
              <a:endParaRPr b="0" i="0" sz="1400" u="none" cap="none" strike="noStrike">
                <a:solidFill>
                  <a:schemeClr val="lt1"/>
                </a:solidFill>
                <a:latin typeface="Roboto Black"/>
                <a:ea typeface="Roboto Black"/>
                <a:cs typeface="Roboto Black"/>
                <a:sym typeface="Roboto Black"/>
              </a:endParaRPr>
            </a:p>
          </p:txBody>
        </p:sp>
        <p:sp>
          <p:nvSpPr>
            <p:cNvPr id="82" name="Google Shape;82;p67"/>
            <p:cNvSpPr/>
            <p:nvPr/>
          </p:nvSpPr>
          <p:spPr>
            <a:xfrm>
              <a:off x="5638600" y="238725"/>
              <a:ext cx="1062300" cy="363000"/>
            </a:xfrm>
            <a:prstGeom prst="roundRect">
              <a:avLst>
                <a:gd fmla="val 16646" name="adj"/>
              </a:avLst>
            </a:prstGeom>
            <a:solidFill>
              <a:srgbClr val="F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Roboto Black"/>
                  <a:ea typeface="Roboto Black"/>
                  <a:cs typeface="Roboto Black"/>
                  <a:sym typeface="Roboto Black"/>
                </a:rPr>
                <a:t>QUI</a:t>
              </a:r>
              <a:endParaRPr b="0" i="0" sz="1400" u="none" cap="none" strike="noStrike">
                <a:solidFill>
                  <a:schemeClr val="lt1"/>
                </a:solidFill>
                <a:latin typeface="Roboto Black"/>
                <a:ea typeface="Roboto Black"/>
                <a:cs typeface="Roboto Black"/>
                <a:sym typeface="Roboto Black"/>
              </a:endParaRPr>
            </a:p>
          </p:txBody>
        </p:sp>
        <p:sp>
          <p:nvSpPr>
            <p:cNvPr id="83" name="Google Shape;83;p67"/>
            <p:cNvSpPr/>
            <p:nvPr/>
          </p:nvSpPr>
          <p:spPr>
            <a:xfrm>
              <a:off x="6732225" y="238725"/>
              <a:ext cx="1062300" cy="363000"/>
            </a:xfrm>
            <a:prstGeom prst="roundRect">
              <a:avLst>
                <a:gd fmla="val 16646" name="adj"/>
              </a:avLst>
            </a:prstGeom>
            <a:solidFill>
              <a:srgbClr val="F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Roboto Black"/>
                  <a:ea typeface="Roboto Black"/>
                  <a:cs typeface="Roboto Black"/>
                  <a:sym typeface="Roboto Black"/>
                </a:rPr>
                <a:t>SEX</a:t>
              </a:r>
              <a:endParaRPr b="0" i="0" sz="1400" u="none" cap="none" strike="noStrike">
                <a:solidFill>
                  <a:schemeClr val="lt1"/>
                </a:solidFill>
                <a:latin typeface="Roboto Black"/>
                <a:ea typeface="Roboto Black"/>
                <a:cs typeface="Roboto Black"/>
                <a:sym typeface="Roboto Black"/>
              </a:endParaRPr>
            </a:p>
          </p:txBody>
        </p:sp>
        <p:sp>
          <p:nvSpPr>
            <p:cNvPr id="84" name="Google Shape;84;p67"/>
            <p:cNvSpPr/>
            <p:nvPr/>
          </p:nvSpPr>
          <p:spPr>
            <a:xfrm>
              <a:off x="7825850" y="238725"/>
              <a:ext cx="1062300" cy="363000"/>
            </a:xfrm>
            <a:prstGeom prst="roundRect">
              <a:avLst>
                <a:gd fmla="val 16646" name="adj"/>
              </a:avLst>
            </a:prstGeom>
            <a:solidFill>
              <a:srgbClr val="F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Roboto Black"/>
                  <a:ea typeface="Roboto Black"/>
                  <a:cs typeface="Roboto Black"/>
                  <a:sym typeface="Roboto Black"/>
                </a:rPr>
                <a:t>SÁB</a:t>
              </a:r>
              <a:endParaRPr b="0" i="0" sz="1400" u="none" cap="none" strike="noStrike">
                <a:solidFill>
                  <a:schemeClr val="lt1"/>
                </a:solidFill>
                <a:latin typeface="Roboto Black"/>
                <a:ea typeface="Roboto Black"/>
                <a:cs typeface="Roboto Black"/>
                <a:sym typeface="Roboto Black"/>
              </a:endParaRPr>
            </a:p>
          </p:txBody>
        </p:sp>
        <p:sp>
          <p:nvSpPr>
            <p:cNvPr id="85" name="Google Shape;85;p67"/>
            <p:cNvSpPr/>
            <p:nvPr/>
          </p:nvSpPr>
          <p:spPr>
            <a:xfrm>
              <a:off x="12640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67"/>
            <p:cNvSpPr/>
            <p:nvPr/>
          </p:nvSpPr>
          <p:spPr>
            <a:xfrm>
              <a:off x="23577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67"/>
            <p:cNvSpPr/>
            <p:nvPr/>
          </p:nvSpPr>
          <p:spPr>
            <a:xfrm>
              <a:off x="34514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67"/>
            <p:cNvSpPr/>
            <p:nvPr/>
          </p:nvSpPr>
          <p:spPr>
            <a:xfrm>
              <a:off x="45451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67"/>
            <p:cNvSpPr/>
            <p:nvPr/>
          </p:nvSpPr>
          <p:spPr>
            <a:xfrm>
              <a:off x="56388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67"/>
            <p:cNvSpPr/>
            <p:nvPr/>
          </p:nvSpPr>
          <p:spPr>
            <a:xfrm>
              <a:off x="6732525"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67"/>
            <p:cNvSpPr/>
            <p:nvPr/>
          </p:nvSpPr>
          <p:spPr>
            <a:xfrm>
              <a:off x="7825850" y="6400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67"/>
            <p:cNvSpPr/>
            <p:nvPr/>
          </p:nvSpPr>
          <p:spPr>
            <a:xfrm>
              <a:off x="23577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67"/>
            <p:cNvSpPr/>
            <p:nvPr/>
          </p:nvSpPr>
          <p:spPr>
            <a:xfrm>
              <a:off x="34514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67"/>
            <p:cNvSpPr/>
            <p:nvPr/>
          </p:nvSpPr>
          <p:spPr>
            <a:xfrm>
              <a:off x="45451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67"/>
            <p:cNvSpPr/>
            <p:nvPr/>
          </p:nvSpPr>
          <p:spPr>
            <a:xfrm>
              <a:off x="56388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7"/>
            <p:cNvSpPr/>
            <p:nvPr/>
          </p:nvSpPr>
          <p:spPr>
            <a:xfrm>
              <a:off x="67325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67"/>
            <p:cNvSpPr/>
            <p:nvPr/>
          </p:nvSpPr>
          <p:spPr>
            <a:xfrm>
              <a:off x="78262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67"/>
            <p:cNvSpPr/>
            <p:nvPr/>
          </p:nvSpPr>
          <p:spPr>
            <a:xfrm>
              <a:off x="12640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67"/>
            <p:cNvSpPr/>
            <p:nvPr/>
          </p:nvSpPr>
          <p:spPr>
            <a:xfrm>
              <a:off x="23577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67"/>
            <p:cNvSpPr/>
            <p:nvPr/>
          </p:nvSpPr>
          <p:spPr>
            <a:xfrm>
              <a:off x="34514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67"/>
            <p:cNvSpPr/>
            <p:nvPr/>
          </p:nvSpPr>
          <p:spPr>
            <a:xfrm>
              <a:off x="45451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67"/>
            <p:cNvSpPr/>
            <p:nvPr/>
          </p:nvSpPr>
          <p:spPr>
            <a:xfrm>
              <a:off x="56388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67"/>
            <p:cNvSpPr/>
            <p:nvPr/>
          </p:nvSpPr>
          <p:spPr>
            <a:xfrm>
              <a:off x="6732525"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67"/>
            <p:cNvSpPr/>
            <p:nvPr/>
          </p:nvSpPr>
          <p:spPr>
            <a:xfrm>
              <a:off x="7825850" y="13571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67"/>
            <p:cNvSpPr/>
            <p:nvPr/>
          </p:nvSpPr>
          <p:spPr>
            <a:xfrm>
              <a:off x="23575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67"/>
            <p:cNvSpPr/>
            <p:nvPr/>
          </p:nvSpPr>
          <p:spPr>
            <a:xfrm>
              <a:off x="34512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67"/>
            <p:cNvSpPr/>
            <p:nvPr/>
          </p:nvSpPr>
          <p:spPr>
            <a:xfrm>
              <a:off x="45449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67"/>
            <p:cNvSpPr/>
            <p:nvPr/>
          </p:nvSpPr>
          <p:spPr>
            <a:xfrm>
              <a:off x="56386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67"/>
            <p:cNvSpPr/>
            <p:nvPr/>
          </p:nvSpPr>
          <p:spPr>
            <a:xfrm>
              <a:off x="67323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67"/>
            <p:cNvSpPr/>
            <p:nvPr/>
          </p:nvSpPr>
          <p:spPr>
            <a:xfrm>
              <a:off x="78260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67"/>
            <p:cNvSpPr/>
            <p:nvPr/>
          </p:nvSpPr>
          <p:spPr>
            <a:xfrm>
              <a:off x="12638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67"/>
            <p:cNvSpPr/>
            <p:nvPr/>
          </p:nvSpPr>
          <p:spPr>
            <a:xfrm>
              <a:off x="23575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67"/>
            <p:cNvSpPr/>
            <p:nvPr/>
          </p:nvSpPr>
          <p:spPr>
            <a:xfrm>
              <a:off x="34512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67"/>
            <p:cNvSpPr/>
            <p:nvPr/>
          </p:nvSpPr>
          <p:spPr>
            <a:xfrm>
              <a:off x="45449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67"/>
            <p:cNvSpPr/>
            <p:nvPr/>
          </p:nvSpPr>
          <p:spPr>
            <a:xfrm>
              <a:off x="56386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67"/>
            <p:cNvSpPr/>
            <p:nvPr/>
          </p:nvSpPr>
          <p:spPr>
            <a:xfrm>
              <a:off x="6732375"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67"/>
            <p:cNvSpPr/>
            <p:nvPr/>
          </p:nvSpPr>
          <p:spPr>
            <a:xfrm>
              <a:off x="7825700" y="207435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67"/>
            <p:cNvSpPr/>
            <p:nvPr/>
          </p:nvSpPr>
          <p:spPr>
            <a:xfrm>
              <a:off x="23575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67"/>
            <p:cNvSpPr/>
            <p:nvPr/>
          </p:nvSpPr>
          <p:spPr>
            <a:xfrm>
              <a:off x="34512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67"/>
            <p:cNvSpPr/>
            <p:nvPr/>
          </p:nvSpPr>
          <p:spPr>
            <a:xfrm>
              <a:off x="45449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67"/>
            <p:cNvSpPr/>
            <p:nvPr/>
          </p:nvSpPr>
          <p:spPr>
            <a:xfrm>
              <a:off x="56386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67"/>
            <p:cNvSpPr/>
            <p:nvPr/>
          </p:nvSpPr>
          <p:spPr>
            <a:xfrm>
              <a:off x="67323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67"/>
            <p:cNvSpPr/>
            <p:nvPr/>
          </p:nvSpPr>
          <p:spPr>
            <a:xfrm>
              <a:off x="78260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67"/>
            <p:cNvSpPr/>
            <p:nvPr/>
          </p:nvSpPr>
          <p:spPr>
            <a:xfrm>
              <a:off x="12638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67"/>
            <p:cNvSpPr/>
            <p:nvPr/>
          </p:nvSpPr>
          <p:spPr>
            <a:xfrm>
              <a:off x="23575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67"/>
            <p:cNvSpPr/>
            <p:nvPr/>
          </p:nvSpPr>
          <p:spPr>
            <a:xfrm>
              <a:off x="34512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67"/>
            <p:cNvSpPr/>
            <p:nvPr/>
          </p:nvSpPr>
          <p:spPr>
            <a:xfrm>
              <a:off x="45449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67"/>
            <p:cNvSpPr/>
            <p:nvPr/>
          </p:nvSpPr>
          <p:spPr>
            <a:xfrm>
              <a:off x="56386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67"/>
            <p:cNvSpPr/>
            <p:nvPr/>
          </p:nvSpPr>
          <p:spPr>
            <a:xfrm>
              <a:off x="6732375"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67"/>
            <p:cNvSpPr/>
            <p:nvPr/>
          </p:nvSpPr>
          <p:spPr>
            <a:xfrm>
              <a:off x="7825700" y="279152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67"/>
            <p:cNvSpPr/>
            <p:nvPr/>
          </p:nvSpPr>
          <p:spPr>
            <a:xfrm>
              <a:off x="23577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67"/>
            <p:cNvSpPr/>
            <p:nvPr/>
          </p:nvSpPr>
          <p:spPr>
            <a:xfrm>
              <a:off x="34514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67"/>
            <p:cNvSpPr/>
            <p:nvPr/>
          </p:nvSpPr>
          <p:spPr>
            <a:xfrm>
              <a:off x="45451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67"/>
            <p:cNvSpPr/>
            <p:nvPr/>
          </p:nvSpPr>
          <p:spPr>
            <a:xfrm>
              <a:off x="56388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67"/>
            <p:cNvSpPr/>
            <p:nvPr/>
          </p:nvSpPr>
          <p:spPr>
            <a:xfrm>
              <a:off x="67325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67"/>
            <p:cNvSpPr/>
            <p:nvPr/>
          </p:nvSpPr>
          <p:spPr>
            <a:xfrm>
              <a:off x="78262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67"/>
            <p:cNvSpPr/>
            <p:nvPr/>
          </p:nvSpPr>
          <p:spPr>
            <a:xfrm>
              <a:off x="12640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67"/>
            <p:cNvSpPr/>
            <p:nvPr/>
          </p:nvSpPr>
          <p:spPr>
            <a:xfrm>
              <a:off x="23577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67"/>
            <p:cNvSpPr/>
            <p:nvPr/>
          </p:nvSpPr>
          <p:spPr>
            <a:xfrm>
              <a:off x="34514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67"/>
            <p:cNvSpPr/>
            <p:nvPr/>
          </p:nvSpPr>
          <p:spPr>
            <a:xfrm>
              <a:off x="45451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7"/>
            <p:cNvSpPr/>
            <p:nvPr/>
          </p:nvSpPr>
          <p:spPr>
            <a:xfrm>
              <a:off x="56388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67"/>
            <p:cNvSpPr/>
            <p:nvPr/>
          </p:nvSpPr>
          <p:spPr>
            <a:xfrm>
              <a:off x="6732525"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67"/>
            <p:cNvSpPr/>
            <p:nvPr/>
          </p:nvSpPr>
          <p:spPr>
            <a:xfrm>
              <a:off x="7825850" y="3508700"/>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67"/>
            <p:cNvSpPr/>
            <p:nvPr/>
          </p:nvSpPr>
          <p:spPr>
            <a:xfrm>
              <a:off x="23577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67"/>
            <p:cNvSpPr/>
            <p:nvPr/>
          </p:nvSpPr>
          <p:spPr>
            <a:xfrm>
              <a:off x="34514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67"/>
            <p:cNvSpPr/>
            <p:nvPr/>
          </p:nvSpPr>
          <p:spPr>
            <a:xfrm>
              <a:off x="45451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67"/>
            <p:cNvSpPr/>
            <p:nvPr/>
          </p:nvSpPr>
          <p:spPr>
            <a:xfrm>
              <a:off x="56388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67"/>
            <p:cNvSpPr/>
            <p:nvPr/>
          </p:nvSpPr>
          <p:spPr>
            <a:xfrm>
              <a:off x="67325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67"/>
            <p:cNvSpPr/>
            <p:nvPr/>
          </p:nvSpPr>
          <p:spPr>
            <a:xfrm>
              <a:off x="78262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67"/>
            <p:cNvSpPr/>
            <p:nvPr/>
          </p:nvSpPr>
          <p:spPr>
            <a:xfrm>
              <a:off x="12640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67"/>
            <p:cNvSpPr/>
            <p:nvPr/>
          </p:nvSpPr>
          <p:spPr>
            <a:xfrm>
              <a:off x="23577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67"/>
            <p:cNvSpPr/>
            <p:nvPr/>
          </p:nvSpPr>
          <p:spPr>
            <a:xfrm>
              <a:off x="34514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67"/>
            <p:cNvSpPr/>
            <p:nvPr/>
          </p:nvSpPr>
          <p:spPr>
            <a:xfrm>
              <a:off x="45451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67"/>
            <p:cNvSpPr/>
            <p:nvPr/>
          </p:nvSpPr>
          <p:spPr>
            <a:xfrm>
              <a:off x="56388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67"/>
            <p:cNvSpPr/>
            <p:nvPr/>
          </p:nvSpPr>
          <p:spPr>
            <a:xfrm>
              <a:off x="6732525"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67"/>
            <p:cNvSpPr/>
            <p:nvPr/>
          </p:nvSpPr>
          <p:spPr>
            <a:xfrm>
              <a:off x="7825850" y="4225875"/>
              <a:ext cx="1062300" cy="67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7" name="Google Shape;157;p67"/>
          <p:cNvSpPr/>
          <p:nvPr/>
        </p:nvSpPr>
        <p:spPr>
          <a:xfrm rot="-5400000">
            <a:off x="-133200" y="4363075"/>
            <a:ext cx="948900" cy="162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1" lang="pt-BR" sz="800" u="none" cap="none" strike="noStrike">
                <a:solidFill>
                  <a:schemeClr val="lt1"/>
                </a:solidFill>
                <a:latin typeface="Roboto"/>
                <a:ea typeface="Roboto"/>
                <a:cs typeface="Roboto"/>
                <a:sym typeface="Roboto"/>
              </a:rPr>
              <a:t>Calendário</a:t>
            </a:r>
            <a:endParaRPr b="0" i="1" sz="800" u="none" cap="none" strike="noStrike">
              <a:solidFill>
                <a:schemeClr val="lt1"/>
              </a:solidFill>
              <a:latin typeface="Roboto"/>
              <a:ea typeface="Roboto"/>
              <a:cs typeface="Roboto"/>
              <a:sym typeface="Roboto"/>
            </a:endParaRPr>
          </a:p>
        </p:txBody>
      </p:sp>
      <p:pic>
        <p:nvPicPr>
          <p:cNvPr id="158" name="Google Shape;158;p67" title="Logo - Você Pede - Sem fundo.png"/>
          <p:cNvPicPr preferRelativeResize="0"/>
          <p:nvPr/>
        </p:nvPicPr>
        <p:blipFill>
          <a:blip r:embed="rId3">
            <a:alphaModFix/>
          </a:blip>
          <a:stretch>
            <a:fillRect/>
          </a:stretch>
        </p:blipFill>
        <p:spPr>
          <a:xfrm>
            <a:off x="378787" y="180000"/>
            <a:ext cx="575975" cy="4961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s">
  <p:cSld name="SECTION_TITLE_AND_DESCRIPTION_1_2">
    <p:spTree>
      <p:nvGrpSpPr>
        <p:cNvPr id="159" name="Shape 159"/>
        <p:cNvGrpSpPr/>
        <p:nvPr/>
      </p:nvGrpSpPr>
      <p:grpSpPr>
        <a:xfrm>
          <a:off x="0" y="0"/>
          <a:ext cx="0" cy="0"/>
          <a:chOff x="0" y="0"/>
          <a:chExt cx="0" cy="0"/>
        </a:xfrm>
      </p:grpSpPr>
      <p:sp>
        <p:nvSpPr>
          <p:cNvPr id="160" name="Google Shape;160;p68"/>
          <p:cNvSpPr/>
          <p:nvPr/>
        </p:nvSpPr>
        <p:spPr>
          <a:xfrm>
            <a:off x="25" y="0"/>
            <a:ext cx="9144000" cy="5143500"/>
          </a:xfrm>
          <a:prstGeom prst="rect">
            <a:avLst/>
          </a:prstGeom>
          <a:gradFill>
            <a:gsLst>
              <a:gs pos="0">
                <a:srgbClr val="F85400"/>
              </a:gs>
              <a:gs pos="100000">
                <a:srgbClr val="FF9000"/>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1" name="Google Shape;161;p68" title="símbolo.png"/>
          <p:cNvPicPr preferRelativeResize="0"/>
          <p:nvPr/>
        </p:nvPicPr>
        <p:blipFill rotWithShape="1">
          <a:blip r:embed="rId2">
            <a:alphaModFix/>
          </a:blip>
          <a:srcRect b="10888" l="9431" r="3248" t="-2079"/>
          <a:stretch/>
        </p:blipFill>
        <p:spPr>
          <a:xfrm>
            <a:off x="-75" y="-75"/>
            <a:ext cx="9144003" cy="5143501"/>
          </a:xfrm>
          <a:prstGeom prst="rect">
            <a:avLst/>
          </a:prstGeom>
          <a:noFill/>
          <a:ln>
            <a:noFill/>
          </a:ln>
        </p:spPr>
      </p:pic>
      <p:sp>
        <p:nvSpPr>
          <p:cNvPr id="162" name="Google Shape;162;p68"/>
          <p:cNvSpPr/>
          <p:nvPr>
            <p:ph idx="2" type="pic"/>
          </p:nvPr>
        </p:nvSpPr>
        <p:spPr>
          <a:xfrm>
            <a:off x="1653783" y="1223261"/>
            <a:ext cx="1016100" cy="1016100"/>
          </a:xfrm>
          <a:prstGeom prst="ellipse">
            <a:avLst/>
          </a:prstGeom>
          <a:noFill/>
          <a:ln>
            <a:noFill/>
          </a:ln>
        </p:spPr>
      </p:sp>
      <p:sp>
        <p:nvSpPr>
          <p:cNvPr id="163" name="Google Shape;163;p68"/>
          <p:cNvSpPr/>
          <p:nvPr>
            <p:ph idx="3" type="pic"/>
          </p:nvPr>
        </p:nvSpPr>
        <p:spPr>
          <a:xfrm>
            <a:off x="3153036" y="1223261"/>
            <a:ext cx="1016100" cy="1016100"/>
          </a:xfrm>
          <a:prstGeom prst="ellipse">
            <a:avLst/>
          </a:prstGeom>
          <a:noFill/>
          <a:ln>
            <a:noFill/>
          </a:ln>
        </p:spPr>
      </p:sp>
      <p:sp>
        <p:nvSpPr>
          <p:cNvPr id="164" name="Google Shape;164;p68"/>
          <p:cNvSpPr/>
          <p:nvPr>
            <p:ph idx="4" type="pic"/>
          </p:nvPr>
        </p:nvSpPr>
        <p:spPr>
          <a:xfrm>
            <a:off x="4652301" y="1223252"/>
            <a:ext cx="1016100" cy="1016100"/>
          </a:xfrm>
          <a:prstGeom prst="ellipse">
            <a:avLst/>
          </a:prstGeom>
          <a:noFill/>
          <a:ln>
            <a:noFill/>
          </a:ln>
        </p:spPr>
      </p:sp>
      <p:sp>
        <p:nvSpPr>
          <p:cNvPr id="165" name="Google Shape;165;p68"/>
          <p:cNvSpPr/>
          <p:nvPr>
            <p:ph idx="5" type="pic"/>
          </p:nvPr>
        </p:nvSpPr>
        <p:spPr>
          <a:xfrm>
            <a:off x="6151565" y="1223249"/>
            <a:ext cx="1016100" cy="1016100"/>
          </a:xfrm>
          <a:prstGeom prst="ellipse">
            <a:avLst/>
          </a:prstGeom>
          <a:noFill/>
          <a:ln>
            <a:noFill/>
          </a:ln>
        </p:spPr>
      </p:sp>
      <p:sp>
        <p:nvSpPr>
          <p:cNvPr id="166" name="Google Shape;166;p68"/>
          <p:cNvSpPr/>
          <p:nvPr>
            <p:ph idx="6" type="pic"/>
          </p:nvPr>
        </p:nvSpPr>
        <p:spPr>
          <a:xfrm>
            <a:off x="1793196" y="3103214"/>
            <a:ext cx="1016100" cy="1016100"/>
          </a:xfrm>
          <a:prstGeom prst="ellipse">
            <a:avLst/>
          </a:prstGeom>
          <a:noFill/>
          <a:ln>
            <a:noFill/>
          </a:ln>
        </p:spPr>
      </p:sp>
      <p:sp>
        <p:nvSpPr>
          <p:cNvPr id="167" name="Google Shape;167;p68"/>
          <p:cNvSpPr/>
          <p:nvPr>
            <p:ph idx="7" type="pic"/>
          </p:nvPr>
        </p:nvSpPr>
        <p:spPr>
          <a:xfrm>
            <a:off x="3292449" y="3103214"/>
            <a:ext cx="1016100" cy="1016100"/>
          </a:xfrm>
          <a:prstGeom prst="ellipse">
            <a:avLst/>
          </a:prstGeom>
          <a:noFill/>
          <a:ln>
            <a:noFill/>
          </a:ln>
        </p:spPr>
      </p:sp>
      <p:sp>
        <p:nvSpPr>
          <p:cNvPr id="168" name="Google Shape;168;p68"/>
          <p:cNvSpPr/>
          <p:nvPr>
            <p:ph idx="8" type="pic"/>
          </p:nvPr>
        </p:nvSpPr>
        <p:spPr>
          <a:xfrm>
            <a:off x="4791714" y="3103204"/>
            <a:ext cx="1016100" cy="1016100"/>
          </a:xfrm>
          <a:prstGeom prst="ellipse">
            <a:avLst/>
          </a:prstGeom>
          <a:noFill/>
          <a:ln>
            <a:noFill/>
          </a:ln>
        </p:spPr>
      </p:sp>
      <p:sp>
        <p:nvSpPr>
          <p:cNvPr id="169" name="Google Shape;169;p68"/>
          <p:cNvSpPr/>
          <p:nvPr>
            <p:ph idx="9" type="pic"/>
          </p:nvPr>
        </p:nvSpPr>
        <p:spPr>
          <a:xfrm>
            <a:off x="6290979" y="3103202"/>
            <a:ext cx="1016100" cy="1016100"/>
          </a:xfrm>
          <a:prstGeom prst="ellipse">
            <a:avLst/>
          </a:prstGeom>
          <a:noFill/>
          <a:ln>
            <a:noFill/>
          </a:ln>
        </p:spPr>
      </p:sp>
      <p:pic>
        <p:nvPicPr>
          <p:cNvPr id="170" name="Google Shape;170;p68" title="Logo - Você Pede - Sem fundo.png"/>
          <p:cNvPicPr preferRelativeResize="0"/>
          <p:nvPr/>
        </p:nvPicPr>
        <p:blipFill>
          <a:blip r:embed="rId3">
            <a:alphaModFix/>
          </a:blip>
          <a:stretch>
            <a:fillRect/>
          </a:stretch>
        </p:blipFill>
        <p:spPr>
          <a:xfrm>
            <a:off x="4284050" y="4608513"/>
            <a:ext cx="575975" cy="49612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r code RG">
  <p:cSld name="TITLE_ONLY_1">
    <p:spTree>
      <p:nvGrpSpPr>
        <p:cNvPr id="171" name="Shape 171"/>
        <p:cNvGrpSpPr/>
        <p:nvPr/>
      </p:nvGrpSpPr>
      <p:grpSpPr>
        <a:xfrm>
          <a:off x="0" y="0"/>
          <a:ext cx="0" cy="0"/>
          <a:chOff x="0" y="0"/>
          <a:chExt cx="0" cy="0"/>
        </a:xfrm>
      </p:grpSpPr>
      <p:pic>
        <p:nvPicPr>
          <p:cNvPr id="172" name="Google Shape;172;p69" title="ppt_1.png"/>
          <p:cNvPicPr preferRelativeResize="0"/>
          <p:nvPr/>
        </p:nvPicPr>
        <p:blipFill rotWithShape="1">
          <a:blip r:embed="rId2">
            <a:alphaModFix/>
          </a:blip>
          <a:srcRect b="0" l="0" r="0" t="0"/>
          <a:stretch/>
        </p:blipFill>
        <p:spPr>
          <a:xfrm>
            <a:off x="0" y="0"/>
            <a:ext cx="9144003" cy="5143490"/>
          </a:xfrm>
          <a:prstGeom prst="rect">
            <a:avLst/>
          </a:prstGeom>
          <a:noFill/>
          <a:ln>
            <a:noFill/>
          </a:ln>
        </p:spPr>
      </p:pic>
      <p:sp>
        <p:nvSpPr>
          <p:cNvPr id="173" name="Google Shape;173;p69"/>
          <p:cNvSpPr/>
          <p:nvPr/>
        </p:nvSpPr>
        <p:spPr>
          <a:xfrm>
            <a:off x="4571250" y="1243350"/>
            <a:ext cx="2653200" cy="2653500"/>
          </a:xfrm>
          <a:prstGeom prst="roundRect">
            <a:avLst>
              <a:gd fmla="val 7446" name="adj"/>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69"/>
          <p:cNvSpPr/>
          <p:nvPr>
            <p:ph idx="2" type="pic"/>
          </p:nvPr>
        </p:nvSpPr>
        <p:spPr>
          <a:xfrm>
            <a:off x="4659800" y="1332150"/>
            <a:ext cx="2475900" cy="2476200"/>
          </a:xfrm>
          <a:prstGeom prst="roundRect">
            <a:avLst>
              <a:gd fmla="val 7195" name="adj"/>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7F7F7"/>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24.png"/><Relationship Id="rId6"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1.xml"/><Relationship Id="rId3" Type="http://schemas.openxmlformats.org/officeDocument/2006/relationships/image" Target="../media/image22.png"/><Relationship Id="rId4" Type="http://schemas.openxmlformats.org/officeDocument/2006/relationships/image" Target="../media/image2.png"/><Relationship Id="rId5"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2.xml"/><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3.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1" Type="http://schemas.openxmlformats.org/officeDocument/2006/relationships/image" Target="../media/image39.png"/><Relationship Id="rId10" Type="http://schemas.openxmlformats.org/officeDocument/2006/relationships/image" Target="../media/image36.png"/><Relationship Id="rId13" Type="http://schemas.openxmlformats.org/officeDocument/2006/relationships/image" Target="../media/image43.png"/><Relationship Id="rId12" Type="http://schemas.openxmlformats.org/officeDocument/2006/relationships/image" Target="../media/image40.png"/><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38.png"/><Relationship Id="rId4" Type="http://schemas.openxmlformats.org/officeDocument/2006/relationships/image" Target="../media/image41.png"/><Relationship Id="rId9" Type="http://schemas.openxmlformats.org/officeDocument/2006/relationships/image" Target="../media/image37.png"/><Relationship Id="rId5" Type="http://schemas.openxmlformats.org/officeDocument/2006/relationships/image" Target="../media/image29.png"/><Relationship Id="rId6" Type="http://schemas.openxmlformats.org/officeDocument/2006/relationships/image" Target="../media/image33.png"/><Relationship Id="rId7" Type="http://schemas.openxmlformats.org/officeDocument/2006/relationships/image" Target="../media/image32.png"/><Relationship Id="rId8"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5.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1" title="Captura de Tela 2026-01-08 às 15.49.28.png"/>
          <p:cNvPicPr preferRelativeResize="0"/>
          <p:nvPr/>
        </p:nvPicPr>
        <p:blipFill rotWithShape="1">
          <a:blip r:embed="rId3">
            <a:alphaModFix/>
          </a:blip>
          <a:srcRect b="0" l="0" r="0" t="0"/>
          <a:stretch/>
        </p:blipFill>
        <p:spPr>
          <a:xfrm>
            <a:off x="3446975" y="1883575"/>
            <a:ext cx="3975824" cy="1497175"/>
          </a:xfrm>
          <a:prstGeom prst="rect">
            <a:avLst/>
          </a:prstGeom>
          <a:noFill/>
          <a:ln>
            <a:noFill/>
          </a:ln>
        </p:spPr>
      </p:pic>
      <p:sp>
        <p:nvSpPr>
          <p:cNvPr id="180" name="Google Shape;180;p1"/>
          <p:cNvSpPr/>
          <p:nvPr/>
        </p:nvSpPr>
        <p:spPr>
          <a:xfrm>
            <a:off x="726975" y="1049913"/>
            <a:ext cx="2184300" cy="58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3500" u="none" cap="none" strike="noStrike">
                <a:solidFill>
                  <a:srgbClr val="F85400"/>
                </a:solidFill>
                <a:latin typeface="Roboto Black"/>
                <a:ea typeface="Roboto Black"/>
                <a:cs typeface="Roboto Black"/>
                <a:sym typeface="Roboto Black"/>
              </a:rPr>
              <a:t>Atenção:</a:t>
            </a:r>
            <a:endParaRPr b="0" i="0" sz="3500" u="none" cap="none" strike="noStrike">
              <a:solidFill>
                <a:srgbClr val="F85400"/>
              </a:solidFill>
              <a:latin typeface="Roboto Black"/>
              <a:ea typeface="Roboto Black"/>
              <a:cs typeface="Roboto Black"/>
              <a:sym typeface="Roboto Black"/>
            </a:endParaRPr>
          </a:p>
        </p:txBody>
      </p:sp>
      <p:sp>
        <p:nvSpPr>
          <p:cNvPr id="181" name="Google Shape;181;p1"/>
          <p:cNvSpPr/>
          <p:nvPr/>
        </p:nvSpPr>
        <p:spPr>
          <a:xfrm>
            <a:off x="726975" y="1883563"/>
            <a:ext cx="2184300" cy="111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200"/>
              </a:spcBef>
              <a:spcAft>
                <a:spcPts val="0"/>
              </a:spcAft>
              <a:buClr>
                <a:schemeClr val="dk1"/>
              </a:buClr>
              <a:buSzPts val="1100"/>
              <a:buFont typeface="Arial"/>
              <a:buNone/>
            </a:pPr>
            <a:r>
              <a:rPr b="0" i="0" lang="pt-BR" sz="1542" u="none" cap="none" strike="noStrike">
                <a:solidFill>
                  <a:srgbClr val="000000"/>
                </a:solidFill>
                <a:latin typeface="Roboto"/>
                <a:ea typeface="Roboto"/>
                <a:cs typeface="Roboto"/>
                <a:sym typeface="Roboto"/>
              </a:rPr>
              <a:t>Crie uma cópia deste documento para editá-lo.</a:t>
            </a:r>
            <a:endParaRPr b="0" i="0" sz="1542" u="none" cap="none" strike="noStrike">
              <a:solidFill>
                <a:srgbClr val="000000"/>
              </a:solidFill>
              <a:latin typeface="Roboto"/>
              <a:ea typeface="Roboto"/>
              <a:cs typeface="Roboto"/>
              <a:sym typeface="Roboto"/>
            </a:endParaRPr>
          </a:p>
          <a:p>
            <a:pPr indent="0" lvl="0" marL="0" marR="0" rtl="0" algn="l">
              <a:lnSpc>
                <a:spcPct val="100000"/>
              </a:lnSpc>
              <a:spcBef>
                <a:spcPts val="1200"/>
              </a:spcBef>
              <a:spcAft>
                <a:spcPts val="1200"/>
              </a:spcAft>
              <a:buClr>
                <a:schemeClr val="dk1"/>
              </a:buClr>
              <a:buSzPts val="1100"/>
              <a:buFont typeface="Arial"/>
              <a:buNone/>
            </a:pPr>
            <a:r>
              <a:rPr b="1" i="0" lang="pt-BR" sz="1542" u="none" cap="none" strike="noStrike">
                <a:solidFill>
                  <a:srgbClr val="000000"/>
                </a:solidFill>
                <a:latin typeface="Roboto"/>
                <a:ea typeface="Roboto"/>
                <a:cs typeface="Roboto"/>
                <a:sym typeface="Roboto"/>
              </a:rPr>
              <a:t>NÃO edite diretamente nesta versão.</a:t>
            </a:r>
            <a:endParaRPr b="1" i="0" sz="1542" u="none" cap="none" strike="noStrike">
              <a:solidFill>
                <a:srgbClr val="000000"/>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2" title="image (5).png"/>
          <p:cNvPicPr preferRelativeResize="0"/>
          <p:nvPr/>
        </p:nvPicPr>
        <p:blipFill rotWithShape="1">
          <a:blip r:embed="rId3">
            <a:alphaModFix/>
          </a:blip>
          <a:srcRect b="0" l="0" r="1662" t="0"/>
          <a:stretch/>
        </p:blipFill>
        <p:spPr>
          <a:xfrm>
            <a:off x="639600" y="1706925"/>
            <a:ext cx="3360901" cy="1610250"/>
          </a:xfrm>
          <a:prstGeom prst="rect">
            <a:avLst/>
          </a:prstGeom>
          <a:noFill/>
          <a:ln>
            <a:noFill/>
          </a:ln>
        </p:spPr>
      </p:pic>
      <p:pic>
        <p:nvPicPr>
          <p:cNvPr id="187" name="Google Shape;187;p2" title="image (6).png"/>
          <p:cNvPicPr preferRelativeResize="0"/>
          <p:nvPr/>
        </p:nvPicPr>
        <p:blipFill rotWithShape="1">
          <a:blip r:embed="rId4">
            <a:alphaModFix/>
          </a:blip>
          <a:srcRect b="9369" l="2502" r="2720" t="1655"/>
          <a:stretch/>
        </p:blipFill>
        <p:spPr>
          <a:xfrm>
            <a:off x="4605625" y="1706925"/>
            <a:ext cx="3045750" cy="2377775"/>
          </a:xfrm>
          <a:prstGeom prst="rect">
            <a:avLst/>
          </a:prstGeom>
          <a:noFill/>
          <a:ln>
            <a:noFill/>
          </a:ln>
        </p:spPr>
      </p:pic>
      <p:sp>
        <p:nvSpPr>
          <p:cNvPr id="188" name="Google Shape;188;p2"/>
          <p:cNvSpPr/>
          <p:nvPr/>
        </p:nvSpPr>
        <p:spPr>
          <a:xfrm>
            <a:off x="639550" y="882725"/>
            <a:ext cx="2305500" cy="35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2000" u="none" cap="none" strike="noStrike">
                <a:solidFill>
                  <a:srgbClr val="F85400"/>
                </a:solidFill>
                <a:latin typeface="Roboto Black"/>
                <a:ea typeface="Roboto Black"/>
                <a:cs typeface="Roboto Black"/>
                <a:sym typeface="Roboto Black"/>
              </a:rPr>
              <a:t>Baixar os ícones</a:t>
            </a:r>
            <a:endParaRPr b="0" i="0" sz="2000" u="none" cap="none" strike="noStrike">
              <a:solidFill>
                <a:srgbClr val="F85400"/>
              </a:solidFill>
              <a:latin typeface="Roboto Black"/>
              <a:ea typeface="Roboto Black"/>
              <a:cs typeface="Roboto Black"/>
              <a:sym typeface="Roboto Black"/>
            </a:endParaRPr>
          </a:p>
        </p:txBody>
      </p:sp>
      <p:sp>
        <p:nvSpPr>
          <p:cNvPr id="189" name="Google Shape;189;p2"/>
          <p:cNvSpPr/>
          <p:nvPr/>
        </p:nvSpPr>
        <p:spPr>
          <a:xfrm>
            <a:off x="639550" y="1448800"/>
            <a:ext cx="3417900" cy="165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942" u="none" cap="none" strike="noStrike">
                <a:solidFill>
                  <a:srgbClr val="000000"/>
                </a:solidFill>
                <a:latin typeface="Roboto"/>
                <a:ea typeface="Roboto"/>
                <a:cs typeface="Roboto"/>
                <a:sym typeface="Roboto"/>
              </a:rPr>
              <a:t>Clique em “Extensões” &gt; “Insert Icons for Slides” &gt; </a:t>
            </a:r>
            <a:r>
              <a:rPr b="1" i="0" lang="pt-BR" sz="942" u="none" cap="none" strike="noStrike">
                <a:solidFill>
                  <a:srgbClr val="000000"/>
                </a:solidFill>
                <a:latin typeface="Roboto"/>
                <a:ea typeface="Roboto"/>
                <a:cs typeface="Roboto"/>
                <a:sym typeface="Roboto"/>
              </a:rPr>
              <a:t>Instalar</a:t>
            </a:r>
            <a:endParaRPr b="1" i="0" sz="942" u="none" cap="none" strike="noStrike">
              <a:solidFill>
                <a:srgbClr val="000000"/>
              </a:solidFill>
              <a:latin typeface="Roboto"/>
              <a:ea typeface="Roboto"/>
              <a:cs typeface="Roboto"/>
              <a:sym typeface="Roboto"/>
            </a:endParaRPr>
          </a:p>
        </p:txBody>
      </p:sp>
      <p:sp>
        <p:nvSpPr>
          <p:cNvPr id="190" name="Google Shape;190;p2"/>
          <p:cNvSpPr/>
          <p:nvPr/>
        </p:nvSpPr>
        <p:spPr>
          <a:xfrm>
            <a:off x="4605625" y="1448800"/>
            <a:ext cx="3417900" cy="165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942" u="none" cap="none" strike="noStrike">
                <a:solidFill>
                  <a:srgbClr val="000000"/>
                </a:solidFill>
                <a:latin typeface="Roboto"/>
                <a:ea typeface="Roboto"/>
                <a:cs typeface="Roboto"/>
                <a:sym typeface="Roboto"/>
              </a:rPr>
              <a:t>Em seguida, prossiga com a instalação.</a:t>
            </a:r>
            <a:endParaRPr b="0" i="0" sz="942" u="none" cap="none" strike="noStrike">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 title="Captura de Tela 2026-01-08 às 16.22.13.png"/>
          <p:cNvPicPr preferRelativeResize="0"/>
          <p:nvPr/>
        </p:nvPicPr>
        <p:blipFill rotWithShape="1">
          <a:blip r:embed="rId3">
            <a:alphaModFix/>
          </a:blip>
          <a:srcRect b="15435" l="82192" r="0" t="1225"/>
          <a:stretch/>
        </p:blipFill>
        <p:spPr>
          <a:xfrm>
            <a:off x="4128225" y="989325"/>
            <a:ext cx="1425400" cy="3065925"/>
          </a:xfrm>
          <a:prstGeom prst="rect">
            <a:avLst/>
          </a:prstGeom>
          <a:noFill/>
          <a:ln>
            <a:noFill/>
          </a:ln>
        </p:spPr>
      </p:pic>
      <p:sp>
        <p:nvSpPr>
          <p:cNvPr id="196" name="Google Shape;196;p3"/>
          <p:cNvSpPr/>
          <p:nvPr/>
        </p:nvSpPr>
        <p:spPr>
          <a:xfrm>
            <a:off x="639550" y="989325"/>
            <a:ext cx="3127500" cy="35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2000" u="none" cap="none" strike="noStrike">
                <a:solidFill>
                  <a:srgbClr val="F85400"/>
                </a:solidFill>
                <a:latin typeface="Roboto Black"/>
                <a:ea typeface="Roboto Black"/>
                <a:cs typeface="Roboto Black"/>
                <a:sym typeface="Roboto Black"/>
              </a:rPr>
              <a:t>Como mexer nos ícones</a:t>
            </a:r>
            <a:endParaRPr b="0" i="0" sz="2000" u="none" cap="none" strike="noStrike">
              <a:solidFill>
                <a:srgbClr val="F85400"/>
              </a:solidFill>
              <a:latin typeface="Roboto Black"/>
              <a:ea typeface="Roboto Black"/>
              <a:cs typeface="Roboto Black"/>
              <a:sym typeface="Roboto Black"/>
            </a:endParaRPr>
          </a:p>
        </p:txBody>
      </p:sp>
      <p:sp>
        <p:nvSpPr>
          <p:cNvPr id="197" name="Google Shape;197;p3"/>
          <p:cNvSpPr/>
          <p:nvPr/>
        </p:nvSpPr>
        <p:spPr>
          <a:xfrm>
            <a:off x="639550" y="1555400"/>
            <a:ext cx="2662200" cy="35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942" u="none" cap="none" strike="noStrike">
                <a:solidFill>
                  <a:srgbClr val="000000"/>
                </a:solidFill>
                <a:latin typeface="Roboto"/>
                <a:ea typeface="Roboto"/>
                <a:cs typeface="Roboto"/>
                <a:sym typeface="Roboto"/>
              </a:rPr>
              <a:t>Clique em “Extensões” &gt; “Insert Icons for Slides” &gt; </a:t>
            </a:r>
            <a:r>
              <a:rPr b="1" i="0" lang="pt-BR" sz="942" u="none" cap="none" strike="noStrike">
                <a:solidFill>
                  <a:srgbClr val="000000"/>
                </a:solidFill>
                <a:latin typeface="Roboto"/>
                <a:ea typeface="Roboto"/>
                <a:cs typeface="Roboto"/>
                <a:sym typeface="Roboto"/>
              </a:rPr>
              <a:t>“Open sidebar to select icons”</a:t>
            </a:r>
            <a:endParaRPr b="1" i="0" sz="942" u="none" cap="none" strike="noStrike">
              <a:solidFill>
                <a:srgbClr val="000000"/>
              </a:solidFill>
              <a:latin typeface="Roboto"/>
              <a:ea typeface="Roboto"/>
              <a:cs typeface="Roboto"/>
              <a:sym typeface="Roboto"/>
            </a:endParaRPr>
          </a:p>
        </p:txBody>
      </p:sp>
      <p:grpSp>
        <p:nvGrpSpPr>
          <p:cNvPr id="198" name="Google Shape;198;p3"/>
          <p:cNvGrpSpPr/>
          <p:nvPr/>
        </p:nvGrpSpPr>
        <p:grpSpPr>
          <a:xfrm>
            <a:off x="639535" y="1985112"/>
            <a:ext cx="3071770" cy="1268972"/>
            <a:chOff x="639550" y="1878549"/>
            <a:chExt cx="3356025" cy="1386400"/>
          </a:xfrm>
        </p:grpSpPr>
        <p:pic>
          <p:nvPicPr>
            <p:cNvPr id="199" name="Google Shape;199;p3" title="Captura de Tela 2026-01-08 às 16.21.19.png"/>
            <p:cNvPicPr preferRelativeResize="0"/>
            <p:nvPr/>
          </p:nvPicPr>
          <p:blipFill rotWithShape="1">
            <a:blip r:embed="rId4">
              <a:alphaModFix/>
            </a:blip>
            <a:srcRect b="0" l="0" r="0" t="0"/>
            <a:stretch/>
          </p:blipFill>
          <p:spPr>
            <a:xfrm>
              <a:off x="639550" y="1878549"/>
              <a:ext cx="3356025" cy="1386400"/>
            </a:xfrm>
            <a:prstGeom prst="rect">
              <a:avLst/>
            </a:prstGeom>
            <a:noFill/>
            <a:ln>
              <a:noFill/>
            </a:ln>
          </p:spPr>
        </p:pic>
        <p:sp>
          <p:nvSpPr>
            <p:cNvPr id="200" name="Google Shape;200;p3"/>
            <p:cNvSpPr/>
            <p:nvPr/>
          </p:nvSpPr>
          <p:spPr>
            <a:xfrm>
              <a:off x="3552775" y="1878550"/>
              <a:ext cx="442800" cy="221700"/>
            </a:xfrm>
            <a:prstGeom prst="rect">
              <a:avLst/>
            </a:prstGeom>
            <a:solidFill>
              <a:srgbClr val="F9FBFD"/>
            </a:solidFill>
            <a:ln>
              <a:noFill/>
            </a:ln>
          </p:spPr>
          <p:txBody>
            <a:bodyPr anchorCtr="0" anchor="ctr" bIns="83675" lIns="83675" spcFirstLastPara="1" rIns="83675" wrap="square" tIns="83675">
              <a:noAutofit/>
            </a:bodyPr>
            <a:lstStyle/>
            <a:p>
              <a:pPr indent="0" lvl="0" marL="0" marR="0" rtl="0" algn="ctr">
                <a:lnSpc>
                  <a:spcPct val="100000"/>
                </a:lnSpc>
                <a:spcBef>
                  <a:spcPts val="0"/>
                </a:spcBef>
                <a:spcAft>
                  <a:spcPts val="0"/>
                </a:spcAft>
                <a:buClr>
                  <a:srgbClr val="000000"/>
                </a:buClr>
                <a:buSzPts val="1281"/>
                <a:buFont typeface="Arial"/>
                <a:buNone/>
              </a:pPr>
              <a:r>
                <a:t/>
              </a:r>
              <a:endParaRPr b="0" i="0" sz="1281" u="none" cap="none" strike="noStrike">
                <a:solidFill>
                  <a:srgbClr val="000000"/>
                </a:solidFill>
                <a:latin typeface="Arial"/>
                <a:ea typeface="Arial"/>
                <a:cs typeface="Arial"/>
                <a:sym typeface="Arial"/>
              </a:endParaRPr>
            </a:p>
          </p:txBody>
        </p:sp>
      </p:grpSp>
      <p:sp>
        <p:nvSpPr>
          <p:cNvPr id="201" name="Google Shape;201;p3"/>
          <p:cNvSpPr/>
          <p:nvPr/>
        </p:nvSpPr>
        <p:spPr>
          <a:xfrm>
            <a:off x="5753900" y="1022925"/>
            <a:ext cx="1816800" cy="131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pt-BR" sz="942" u="none" cap="none" strike="noStrike">
                <a:solidFill>
                  <a:srgbClr val="000000"/>
                </a:solidFill>
                <a:latin typeface="Roboto"/>
                <a:ea typeface="Roboto"/>
                <a:cs typeface="Roboto"/>
                <a:sym typeface="Roboto"/>
              </a:rPr>
              <a:t>Em seguida, vai abrir uma aba com os ícones:</a:t>
            </a:r>
            <a:endParaRPr b="0" i="0" sz="942" u="none" cap="none" strike="noStrike">
              <a:solidFill>
                <a:srgbClr val="000000"/>
              </a:solidFill>
              <a:latin typeface="Roboto"/>
              <a:ea typeface="Roboto"/>
              <a:cs typeface="Roboto"/>
              <a:sym typeface="Roboto"/>
            </a:endParaRPr>
          </a:p>
          <a:p>
            <a:pPr indent="0" lvl="0" marL="0" marR="0" rtl="0" algn="l">
              <a:lnSpc>
                <a:spcPct val="115000"/>
              </a:lnSpc>
              <a:spcBef>
                <a:spcPts val="1200"/>
              </a:spcBef>
              <a:spcAft>
                <a:spcPts val="1200"/>
              </a:spcAft>
              <a:buClr>
                <a:srgbClr val="000000"/>
              </a:buClr>
              <a:buSzPts val="942"/>
              <a:buFont typeface="Arial"/>
              <a:buNone/>
            </a:pPr>
            <a:r>
              <a:rPr b="0" i="0" lang="pt-BR" sz="942" u="none" cap="none" strike="noStrike">
                <a:solidFill>
                  <a:srgbClr val="000000"/>
                </a:solidFill>
                <a:latin typeface="Roboto"/>
                <a:ea typeface="Roboto"/>
                <a:cs typeface="Roboto"/>
                <a:sym typeface="Roboto"/>
              </a:rPr>
              <a:t>- Coloque o código de cor desejado;</a:t>
            </a:r>
            <a:br>
              <a:rPr b="0" i="0" lang="pt-BR" sz="942" u="none" cap="none" strike="noStrike">
                <a:solidFill>
                  <a:srgbClr val="000000"/>
                </a:solidFill>
                <a:latin typeface="Roboto"/>
                <a:ea typeface="Roboto"/>
                <a:cs typeface="Roboto"/>
                <a:sym typeface="Roboto"/>
              </a:rPr>
            </a:br>
            <a:r>
              <a:rPr b="0" i="0" lang="pt-BR" sz="942" u="none" cap="none" strike="noStrike">
                <a:solidFill>
                  <a:srgbClr val="000000"/>
                </a:solidFill>
                <a:latin typeface="Roboto"/>
                <a:ea typeface="Roboto"/>
                <a:cs typeface="Roboto"/>
                <a:sym typeface="Roboto"/>
              </a:rPr>
              <a:t>- Pesquise o ícone que procura em inglês;</a:t>
            </a:r>
            <a:br>
              <a:rPr b="0" i="0" lang="pt-BR" sz="942" u="none" cap="none" strike="noStrike">
                <a:solidFill>
                  <a:srgbClr val="000000"/>
                </a:solidFill>
                <a:latin typeface="Roboto"/>
                <a:ea typeface="Roboto"/>
                <a:cs typeface="Roboto"/>
                <a:sym typeface="Roboto"/>
              </a:rPr>
            </a:br>
            <a:r>
              <a:rPr b="0" i="0" lang="pt-BR" sz="942" u="none" cap="none" strike="noStrike">
                <a:solidFill>
                  <a:srgbClr val="000000"/>
                </a:solidFill>
                <a:latin typeface="Roboto"/>
                <a:ea typeface="Roboto"/>
                <a:cs typeface="Roboto"/>
                <a:sym typeface="Roboto"/>
              </a:rPr>
              <a:t>- Clique no ícone desejado.</a:t>
            </a:r>
            <a:endParaRPr b="0" i="0" sz="942" u="none" cap="none" strike="noStrike">
              <a:solidFill>
                <a:srgbClr val="000000"/>
              </a:solidFill>
              <a:latin typeface="Roboto"/>
              <a:ea typeface="Roboto"/>
              <a:cs typeface="Roboto"/>
              <a:sym typeface="Roboto"/>
            </a:endParaRPr>
          </a:p>
        </p:txBody>
      </p:sp>
      <p:sp>
        <p:nvSpPr>
          <p:cNvPr id="202" name="Google Shape;202;p3"/>
          <p:cNvSpPr/>
          <p:nvPr/>
        </p:nvSpPr>
        <p:spPr>
          <a:xfrm>
            <a:off x="5753900" y="3056063"/>
            <a:ext cx="282300" cy="282300"/>
          </a:xfrm>
          <a:prstGeom prst="ellipse">
            <a:avLst/>
          </a:prstGeom>
          <a:solidFill>
            <a:srgbClr val="F854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3" name="Google Shape;203;p3"/>
          <p:cNvSpPr/>
          <p:nvPr/>
        </p:nvSpPr>
        <p:spPr>
          <a:xfrm>
            <a:off x="6119875" y="3082013"/>
            <a:ext cx="937800" cy="230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0" lang="pt-BR" sz="1042" u="none" cap="none" strike="noStrike">
                <a:solidFill>
                  <a:schemeClr val="dk1"/>
                </a:solidFill>
                <a:latin typeface="Roboto"/>
                <a:ea typeface="Roboto"/>
                <a:cs typeface="Roboto"/>
                <a:sym typeface="Roboto"/>
              </a:rPr>
              <a:t>f85400</a:t>
            </a:r>
            <a:endParaRPr b="1" i="0" sz="1042" u="none" cap="none" strike="noStrike">
              <a:solidFill>
                <a:schemeClr val="dk1"/>
              </a:solidFill>
              <a:latin typeface="Roboto"/>
              <a:ea typeface="Roboto"/>
              <a:cs typeface="Roboto"/>
              <a:sym typeface="Roboto"/>
            </a:endParaRPr>
          </a:p>
        </p:txBody>
      </p:sp>
      <p:sp>
        <p:nvSpPr>
          <p:cNvPr id="204" name="Google Shape;204;p3"/>
          <p:cNvSpPr/>
          <p:nvPr/>
        </p:nvSpPr>
        <p:spPr>
          <a:xfrm>
            <a:off x="5753900" y="3437063"/>
            <a:ext cx="282300" cy="282300"/>
          </a:xfrm>
          <a:prstGeom prst="ellipse">
            <a:avLst/>
          </a:prstGeom>
          <a:solidFill>
            <a:srgbClr val="F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
          <p:cNvSpPr/>
          <p:nvPr/>
        </p:nvSpPr>
        <p:spPr>
          <a:xfrm>
            <a:off x="6119875" y="3463013"/>
            <a:ext cx="937800" cy="230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0" lang="pt-BR" sz="1042" u="none" cap="none" strike="noStrike">
                <a:solidFill>
                  <a:schemeClr val="dk1"/>
                </a:solidFill>
                <a:latin typeface="Roboto"/>
                <a:ea typeface="Roboto"/>
                <a:cs typeface="Roboto"/>
                <a:sym typeface="Roboto"/>
              </a:rPr>
              <a:t>ff9000</a:t>
            </a:r>
            <a:endParaRPr b="1" i="0" sz="1042" u="none" cap="none" strike="noStrike">
              <a:solidFill>
                <a:schemeClr val="dk1"/>
              </a:solidFill>
              <a:latin typeface="Roboto"/>
              <a:ea typeface="Roboto"/>
              <a:cs typeface="Roboto"/>
              <a:sym typeface="Roboto"/>
            </a:endParaRPr>
          </a:p>
        </p:txBody>
      </p:sp>
      <p:sp>
        <p:nvSpPr>
          <p:cNvPr id="206" name="Google Shape;206;p3"/>
          <p:cNvSpPr/>
          <p:nvPr/>
        </p:nvSpPr>
        <p:spPr>
          <a:xfrm>
            <a:off x="5753900" y="3818063"/>
            <a:ext cx="282300" cy="282300"/>
          </a:xfrm>
          <a:prstGeom prst="ellipse">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
          <p:cNvSpPr/>
          <p:nvPr/>
        </p:nvSpPr>
        <p:spPr>
          <a:xfrm>
            <a:off x="6119875" y="3844013"/>
            <a:ext cx="937800" cy="230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0" lang="pt-BR" sz="1042" u="none" cap="none" strike="noStrike">
                <a:solidFill>
                  <a:schemeClr val="dk1"/>
                </a:solidFill>
                <a:latin typeface="Roboto"/>
                <a:ea typeface="Roboto"/>
                <a:cs typeface="Roboto"/>
                <a:sym typeface="Roboto"/>
              </a:rPr>
              <a:t>ffffff</a:t>
            </a:r>
            <a:endParaRPr b="1" i="0" sz="1042" u="none" cap="none" strike="noStrike">
              <a:solidFill>
                <a:schemeClr val="dk1"/>
              </a:solidFill>
              <a:latin typeface="Roboto"/>
              <a:ea typeface="Roboto"/>
              <a:cs typeface="Roboto"/>
              <a:sym typeface="Roboto"/>
            </a:endParaRPr>
          </a:p>
        </p:txBody>
      </p:sp>
      <p:sp>
        <p:nvSpPr>
          <p:cNvPr id="208" name="Google Shape;208;p3"/>
          <p:cNvSpPr/>
          <p:nvPr/>
        </p:nvSpPr>
        <p:spPr>
          <a:xfrm>
            <a:off x="5753900" y="2701025"/>
            <a:ext cx="1425300" cy="230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42" u="none" cap="none" strike="noStrike">
                <a:solidFill>
                  <a:srgbClr val="F85400"/>
                </a:solidFill>
                <a:latin typeface="Roboto Black"/>
                <a:ea typeface="Roboto Black"/>
                <a:cs typeface="Roboto Black"/>
                <a:sym typeface="Roboto Black"/>
              </a:rPr>
              <a:t>Códigos de Cores:</a:t>
            </a:r>
            <a:endParaRPr b="0" i="0" sz="1042" u="none" cap="none" strike="noStrike">
              <a:solidFill>
                <a:srgbClr val="F85400"/>
              </a:solidFill>
              <a:latin typeface="Roboto Black"/>
              <a:ea typeface="Roboto Black"/>
              <a:cs typeface="Roboto Black"/>
              <a:sym typeface="Robot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4" title="VP_ASSINATURAS_Assinatura VC Principal White 2.png"/>
          <p:cNvPicPr preferRelativeResize="0"/>
          <p:nvPr/>
        </p:nvPicPr>
        <p:blipFill>
          <a:blip r:embed="rId3">
            <a:alphaModFix/>
          </a:blip>
          <a:stretch>
            <a:fillRect/>
          </a:stretch>
        </p:blipFill>
        <p:spPr>
          <a:xfrm>
            <a:off x="968925" y="689925"/>
            <a:ext cx="1642400" cy="759250"/>
          </a:xfrm>
          <a:prstGeom prst="rect">
            <a:avLst/>
          </a:prstGeom>
          <a:noFill/>
          <a:ln>
            <a:noFill/>
          </a:ln>
        </p:spPr>
      </p:pic>
      <p:sp>
        <p:nvSpPr>
          <p:cNvPr id="214" name="Google Shape;214;p4"/>
          <p:cNvSpPr/>
          <p:nvPr/>
        </p:nvSpPr>
        <p:spPr>
          <a:xfrm>
            <a:off x="904975" y="2001025"/>
            <a:ext cx="5645400" cy="5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4800" u="none" cap="none" strike="noStrike">
                <a:solidFill>
                  <a:schemeClr val="lt1"/>
                </a:solidFill>
                <a:latin typeface="Roboto Black"/>
                <a:ea typeface="Roboto Black"/>
                <a:cs typeface="Roboto Black"/>
                <a:sym typeface="Roboto Black"/>
              </a:rPr>
              <a:t>Título de uma linha</a:t>
            </a:r>
            <a:endParaRPr b="0" i="0" sz="4800" u="none" cap="none" strike="noStrike">
              <a:solidFill>
                <a:schemeClr val="lt1"/>
              </a:solidFill>
              <a:latin typeface="Roboto Black"/>
              <a:ea typeface="Roboto Black"/>
              <a:cs typeface="Roboto Black"/>
              <a:sym typeface="Roboto Black"/>
            </a:endParaRPr>
          </a:p>
        </p:txBody>
      </p:sp>
      <p:sp>
        <p:nvSpPr>
          <p:cNvPr id="215" name="Google Shape;215;p4"/>
          <p:cNvSpPr/>
          <p:nvPr/>
        </p:nvSpPr>
        <p:spPr>
          <a:xfrm>
            <a:off x="904975" y="2801675"/>
            <a:ext cx="5012100" cy="34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2138" u="none" cap="none" strike="noStrike">
                <a:solidFill>
                  <a:schemeClr val="lt1"/>
                </a:solidFill>
                <a:latin typeface="Roboto Light"/>
                <a:ea typeface="Roboto Light"/>
                <a:cs typeface="Roboto Light"/>
                <a:sym typeface="Roboto Light"/>
              </a:rPr>
              <a:t>Subtítulo de uma linha</a:t>
            </a:r>
            <a:endParaRPr b="0" i="0" sz="2138" u="none" cap="none" strike="noStrike">
              <a:solidFill>
                <a:schemeClr val="lt1"/>
              </a:solidFill>
              <a:latin typeface="Roboto Light"/>
              <a:ea typeface="Roboto Light"/>
              <a:cs typeface="Roboto Light"/>
              <a:sym typeface="Robot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5"/>
          <p:cNvSpPr/>
          <p:nvPr/>
        </p:nvSpPr>
        <p:spPr>
          <a:xfrm>
            <a:off x="904975" y="1523675"/>
            <a:ext cx="5291700" cy="148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4800" u="none" cap="none" strike="noStrike">
                <a:solidFill>
                  <a:schemeClr val="lt1"/>
                </a:solidFill>
                <a:latin typeface="Roboto Black"/>
                <a:ea typeface="Roboto Black"/>
                <a:cs typeface="Roboto Black"/>
                <a:sym typeface="Roboto Black"/>
              </a:rPr>
              <a:t>Colocar título de duas linhas</a:t>
            </a:r>
            <a:endParaRPr b="0" i="0" sz="4800" u="none" cap="none" strike="noStrike">
              <a:solidFill>
                <a:schemeClr val="lt1"/>
              </a:solidFill>
              <a:latin typeface="Roboto Black"/>
              <a:ea typeface="Roboto Black"/>
              <a:cs typeface="Roboto Black"/>
              <a:sym typeface="Roboto Black"/>
            </a:endParaRPr>
          </a:p>
        </p:txBody>
      </p:sp>
      <p:sp>
        <p:nvSpPr>
          <p:cNvPr id="221" name="Google Shape;221;p5"/>
          <p:cNvSpPr/>
          <p:nvPr/>
        </p:nvSpPr>
        <p:spPr>
          <a:xfrm>
            <a:off x="904975" y="3191125"/>
            <a:ext cx="5056200" cy="34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2138" u="none" cap="none" strike="noStrike">
                <a:solidFill>
                  <a:schemeClr val="lt1"/>
                </a:solidFill>
                <a:latin typeface="Roboto Light"/>
                <a:ea typeface="Roboto Light"/>
                <a:cs typeface="Roboto Light"/>
                <a:sym typeface="Roboto Light"/>
              </a:rPr>
              <a:t>Subtítulo de uma linha</a:t>
            </a:r>
            <a:endParaRPr b="0" i="0" sz="2138" u="none" cap="none" strike="noStrike">
              <a:solidFill>
                <a:schemeClr val="lt1"/>
              </a:solidFill>
              <a:latin typeface="Roboto Light"/>
              <a:ea typeface="Roboto Light"/>
              <a:cs typeface="Roboto Light"/>
              <a:sym typeface="Roboto Light"/>
            </a:endParaRPr>
          </a:p>
        </p:txBody>
      </p:sp>
      <p:pic>
        <p:nvPicPr>
          <p:cNvPr id="222" name="Google Shape;222;p5" title="VP_ASSINATURAS_Assinatura VC Principal White 2.png"/>
          <p:cNvPicPr preferRelativeResize="0"/>
          <p:nvPr/>
        </p:nvPicPr>
        <p:blipFill>
          <a:blip r:embed="rId3">
            <a:alphaModFix/>
          </a:blip>
          <a:stretch>
            <a:fillRect/>
          </a:stretch>
        </p:blipFill>
        <p:spPr>
          <a:xfrm>
            <a:off x="968925" y="511684"/>
            <a:ext cx="1642400" cy="759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6"/>
          <p:cNvSpPr/>
          <p:nvPr/>
        </p:nvSpPr>
        <p:spPr>
          <a:xfrm>
            <a:off x="4198450" y="665413"/>
            <a:ext cx="3920400" cy="473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3200" u="none" cap="none" strike="noStrike">
                <a:solidFill>
                  <a:schemeClr val="lt1"/>
                </a:solidFill>
                <a:latin typeface="Roboto Black"/>
                <a:ea typeface="Roboto Black"/>
                <a:cs typeface="Roboto Black"/>
                <a:sym typeface="Roboto Black"/>
              </a:rPr>
              <a:t>Título</a:t>
            </a:r>
            <a:endParaRPr b="0" i="0" sz="3200" u="none" cap="none" strike="noStrike">
              <a:solidFill>
                <a:schemeClr val="lt1"/>
              </a:solidFill>
              <a:latin typeface="Roboto Black"/>
              <a:ea typeface="Roboto Black"/>
              <a:cs typeface="Roboto Black"/>
              <a:sym typeface="Roboto Black"/>
            </a:endParaRPr>
          </a:p>
        </p:txBody>
      </p:sp>
      <p:grpSp>
        <p:nvGrpSpPr>
          <p:cNvPr id="228" name="Google Shape;228;p6"/>
          <p:cNvGrpSpPr/>
          <p:nvPr/>
        </p:nvGrpSpPr>
        <p:grpSpPr>
          <a:xfrm>
            <a:off x="4198450" y="1510950"/>
            <a:ext cx="3920400" cy="413375"/>
            <a:chOff x="4198450" y="1590075"/>
            <a:chExt cx="3920400" cy="413375"/>
          </a:xfrm>
        </p:grpSpPr>
        <p:sp>
          <p:nvSpPr>
            <p:cNvPr id="229" name="Google Shape;229;p6"/>
            <p:cNvSpPr/>
            <p:nvPr/>
          </p:nvSpPr>
          <p:spPr>
            <a:xfrm>
              <a:off x="4198450" y="1590075"/>
              <a:ext cx="3920400" cy="30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738" u="none" cap="none" strike="noStrike">
                  <a:solidFill>
                    <a:schemeClr val="lt1"/>
                  </a:solidFill>
                  <a:latin typeface="Roboto Light"/>
                  <a:ea typeface="Roboto Light"/>
                  <a:cs typeface="Roboto Light"/>
                  <a:sym typeface="Roboto Light"/>
                </a:rPr>
                <a:t>Colocar o texto aqui</a:t>
              </a:r>
              <a:endParaRPr b="0" i="0" sz="1738" u="none" cap="none" strike="noStrike">
                <a:solidFill>
                  <a:schemeClr val="lt1"/>
                </a:solidFill>
                <a:latin typeface="Roboto Light"/>
                <a:ea typeface="Roboto Light"/>
                <a:cs typeface="Roboto Light"/>
                <a:sym typeface="Roboto Light"/>
              </a:endParaRPr>
            </a:p>
          </p:txBody>
        </p:sp>
        <p:cxnSp>
          <p:nvCxnSpPr>
            <p:cNvPr id="230" name="Google Shape;230;p6"/>
            <p:cNvCxnSpPr/>
            <p:nvPr/>
          </p:nvCxnSpPr>
          <p:spPr>
            <a:xfrm>
              <a:off x="4198450" y="2003450"/>
              <a:ext cx="3920400" cy="0"/>
            </a:xfrm>
            <a:prstGeom prst="straightConnector1">
              <a:avLst/>
            </a:prstGeom>
            <a:noFill/>
            <a:ln cap="flat" cmpd="sng" w="9525">
              <a:solidFill>
                <a:schemeClr val="lt1"/>
              </a:solidFill>
              <a:prstDash val="solid"/>
              <a:round/>
              <a:headEnd len="sm" w="sm" type="none"/>
              <a:tailEnd len="sm" w="sm" type="none"/>
            </a:ln>
          </p:spPr>
        </p:cxnSp>
      </p:grpSp>
      <p:grpSp>
        <p:nvGrpSpPr>
          <p:cNvPr id="231" name="Google Shape;231;p6"/>
          <p:cNvGrpSpPr/>
          <p:nvPr/>
        </p:nvGrpSpPr>
        <p:grpSpPr>
          <a:xfrm>
            <a:off x="4198450" y="2169175"/>
            <a:ext cx="3920400" cy="413375"/>
            <a:chOff x="4198450" y="2248300"/>
            <a:chExt cx="3920400" cy="413375"/>
          </a:xfrm>
        </p:grpSpPr>
        <p:sp>
          <p:nvSpPr>
            <p:cNvPr id="232" name="Google Shape;232;p6"/>
            <p:cNvSpPr/>
            <p:nvPr/>
          </p:nvSpPr>
          <p:spPr>
            <a:xfrm>
              <a:off x="4198450" y="2248300"/>
              <a:ext cx="3920400" cy="30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738" u="none" cap="none" strike="noStrike">
                  <a:solidFill>
                    <a:schemeClr val="lt1"/>
                  </a:solidFill>
                  <a:latin typeface="Roboto Light"/>
                  <a:ea typeface="Roboto Light"/>
                  <a:cs typeface="Roboto Light"/>
                  <a:sym typeface="Roboto Light"/>
                </a:rPr>
                <a:t>Colocar o texto aqui</a:t>
              </a:r>
              <a:endParaRPr b="0" i="0" sz="1738" u="none" cap="none" strike="noStrike">
                <a:solidFill>
                  <a:schemeClr val="lt1"/>
                </a:solidFill>
                <a:latin typeface="Roboto Light"/>
                <a:ea typeface="Roboto Light"/>
                <a:cs typeface="Roboto Light"/>
                <a:sym typeface="Roboto Light"/>
              </a:endParaRPr>
            </a:p>
          </p:txBody>
        </p:sp>
        <p:cxnSp>
          <p:nvCxnSpPr>
            <p:cNvPr id="233" name="Google Shape;233;p6"/>
            <p:cNvCxnSpPr/>
            <p:nvPr/>
          </p:nvCxnSpPr>
          <p:spPr>
            <a:xfrm>
              <a:off x="4198450" y="2661675"/>
              <a:ext cx="3920400" cy="0"/>
            </a:xfrm>
            <a:prstGeom prst="straightConnector1">
              <a:avLst/>
            </a:prstGeom>
            <a:noFill/>
            <a:ln cap="flat" cmpd="sng" w="9525">
              <a:solidFill>
                <a:schemeClr val="lt1"/>
              </a:solidFill>
              <a:prstDash val="solid"/>
              <a:round/>
              <a:headEnd len="sm" w="sm" type="none"/>
              <a:tailEnd len="sm" w="sm" type="none"/>
            </a:ln>
          </p:spPr>
        </p:cxnSp>
      </p:grpSp>
      <p:grpSp>
        <p:nvGrpSpPr>
          <p:cNvPr id="234" name="Google Shape;234;p6"/>
          <p:cNvGrpSpPr/>
          <p:nvPr/>
        </p:nvGrpSpPr>
        <p:grpSpPr>
          <a:xfrm>
            <a:off x="4198450" y="2827400"/>
            <a:ext cx="3920400" cy="413375"/>
            <a:chOff x="4198450" y="2906525"/>
            <a:chExt cx="3920400" cy="413375"/>
          </a:xfrm>
        </p:grpSpPr>
        <p:sp>
          <p:nvSpPr>
            <p:cNvPr id="235" name="Google Shape;235;p6"/>
            <p:cNvSpPr/>
            <p:nvPr/>
          </p:nvSpPr>
          <p:spPr>
            <a:xfrm>
              <a:off x="4198450" y="2906525"/>
              <a:ext cx="3920400" cy="30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738" u="none" cap="none" strike="noStrike">
                  <a:solidFill>
                    <a:schemeClr val="lt1"/>
                  </a:solidFill>
                  <a:latin typeface="Roboto Light"/>
                  <a:ea typeface="Roboto Light"/>
                  <a:cs typeface="Roboto Light"/>
                  <a:sym typeface="Roboto Light"/>
                </a:rPr>
                <a:t>Colocar o texto aqui</a:t>
              </a:r>
              <a:endParaRPr b="0" i="0" sz="1738" u="none" cap="none" strike="noStrike">
                <a:solidFill>
                  <a:schemeClr val="lt1"/>
                </a:solidFill>
                <a:latin typeface="Roboto Light"/>
                <a:ea typeface="Roboto Light"/>
                <a:cs typeface="Roboto Light"/>
                <a:sym typeface="Roboto Light"/>
              </a:endParaRPr>
            </a:p>
          </p:txBody>
        </p:sp>
        <p:cxnSp>
          <p:nvCxnSpPr>
            <p:cNvPr id="236" name="Google Shape;236;p6"/>
            <p:cNvCxnSpPr/>
            <p:nvPr/>
          </p:nvCxnSpPr>
          <p:spPr>
            <a:xfrm>
              <a:off x="4198450" y="3319900"/>
              <a:ext cx="3920400" cy="0"/>
            </a:xfrm>
            <a:prstGeom prst="straightConnector1">
              <a:avLst/>
            </a:prstGeom>
            <a:noFill/>
            <a:ln cap="flat" cmpd="sng" w="9525">
              <a:solidFill>
                <a:schemeClr val="lt1"/>
              </a:solidFill>
              <a:prstDash val="solid"/>
              <a:round/>
              <a:headEnd len="sm" w="sm" type="none"/>
              <a:tailEnd len="sm" w="sm" type="none"/>
            </a:ln>
          </p:spPr>
        </p:cxnSp>
      </p:grpSp>
      <p:grpSp>
        <p:nvGrpSpPr>
          <p:cNvPr id="237" name="Google Shape;237;p6"/>
          <p:cNvGrpSpPr/>
          <p:nvPr/>
        </p:nvGrpSpPr>
        <p:grpSpPr>
          <a:xfrm>
            <a:off x="4198450" y="3485625"/>
            <a:ext cx="3920400" cy="413375"/>
            <a:chOff x="4198450" y="3564750"/>
            <a:chExt cx="3920400" cy="413375"/>
          </a:xfrm>
        </p:grpSpPr>
        <p:sp>
          <p:nvSpPr>
            <p:cNvPr id="238" name="Google Shape;238;p6"/>
            <p:cNvSpPr/>
            <p:nvPr/>
          </p:nvSpPr>
          <p:spPr>
            <a:xfrm>
              <a:off x="4198450" y="3564750"/>
              <a:ext cx="3920400" cy="30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738" u="none" cap="none" strike="noStrike">
                  <a:solidFill>
                    <a:schemeClr val="lt1"/>
                  </a:solidFill>
                  <a:latin typeface="Roboto Light"/>
                  <a:ea typeface="Roboto Light"/>
                  <a:cs typeface="Roboto Light"/>
                  <a:sym typeface="Roboto Light"/>
                </a:rPr>
                <a:t>Colocar o texto aqui</a:t>
              </a:r>
              <a:endParaRPr b="0" i="0" sz="1738" u="none" cap="none" strike="noStrike">
                <a:solidFill>
                  <a:schemeClr val="lt1"/>
                </a:solidFill>
                <a:latin typeface="Roboto Light"/>
                <a:ea typeface="Roboto Light"/>
                <a:cs typeface="Roboto Light"/>
                <a:sym typeface="Roboto Light"/>
              </a:endParaRPr>
            </a:p>
          </p:txBody>
        </p:sp>
        <p:cxnSp>
          <p:nvCxnSpPr>
            <p:cNvPr id="239" name="Google Shape;239;p6"/>
            <p:cNvCxnSpPr/>
            <p:nvPr/>
          </p:nvCxnSpPr>
          <p:spPr>
            <a:xfrm>
              <a:off x="4198450" y="3978125"/>
              <a:ext cx="3920400" cy="0"/>
            </a:xfrm>
            <a:prstGeom prst="straightConnector1">
              <a:avLst/>
            </a:prstGeom>
            <a:noFill/>
            <a:ln cap="flat" cmpd="sng" w="9525">
              <a:solidFill>
                <a:schemeClr val="lt1"/>
              </a:solidFill>
              <a:prstDash val="solid"/>
              <a:round/>
              <a:headEnd len="sm" w="sm" type="none"/>
              <a:tailEnd len="sm" w="sm" type="none"/>
            </a:ln>
          </p:spPr>
        </p:cxnSp>
      </p:grpSp>
      <p:pic>
        <p:nvPicPr>
          <p:cNvPr id="240" name="Google Shape;240;p6" title="Logo - Você Pede - Sem fundo.png"/>
          <p:cNvPicPr preferRelativeResize="0"/>
          <p:nvPr/>
        </p:nvPicPr>
        <p:blipFill>
          <a:blip r:embed="rId3">
            <a:alphaModFix/>
          </a:blip>
          <a:stretch>
            <a:fillRect/>
          </a:stretch>
        </p:blipFill>
        <p:spPr>
          <a:xfrm>
            <a:off x="4266875" y="4157847"/>
            <a:ext cx="788156" cy="678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7"/>
          <p:cNvSpPr/>
          <p:nvPr/>
        </p:nvSpPr>
        <p:spPr>
          <a:xfrm>
            <a:off x="4198450" y="665413"/>
            <a:ext cx="3920400" cy="473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3200" u="none" cap="none" strike="noStrike">
                <a:solidFill>
                  <a:schemeClr val="lt1"/>
                </a:solidFill>
                <a:latin typeface="Roboto Black"/>
                <a:ea typeface="Roboto Black"/>
                <a:cs typeface="Roboto Black"/>
                <a:sym typeface="Roboto Black"/>
              </a:rPr>
              <a:t>Título</a:t>
            </a:r>
            <a:endParaRPr b="0" i="0" sz="3200" u="none" cap="none" strike="noStrike">
              <a:solidFill>
                <a:schemeClr val="lt1"/>
              </a:solidFill>
              <a:latin typeface="Roboto Black"/>
              <a:ea typeface="Roboto Black"/>
              <a:cs typeface="Roboto Black"/>
              <a:sym typeface="Roboto Black"/>
            </a:endParaRPr>
          </a:p>
        </p:txBody>
      </p:sp>
      <p:grpSp>
        <p:nvGrpSpPr>
          <p:cNvPr id="246" name="Google Shape;246;p7"/>
          <p:cNvGrpSpPr/>
          <p:nvPr/>
        </p:nvGrpSpPr>
        <p:grpSpPr>
          <a:xfrm>
            <a:off x="4198450" y="1510950"/>
            <a:ext cx="3920400" cy="413375"/>
            <a:chOff x="4198450" y="1590075"/>
            <a:chExt cx="3920400" cy="413375"/>
          </a:xfrm>
        </p:grpSpPr>
        <p:sp>
          <p:nvSpPr>
            <p:cNvPr id="247" name="Google Shape;247;p7"/>
            <p:cNvSpPr/>
            <p:nvPr/>
          </p:nvSpPr>
          <p:spPr>
            <a:xfrm>
              <a:off x="4198450" y="1590075"/>
              <a:ext cx="3920400" cy="30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738" u="none" cap="none" strike="noStrike">
                  <a:solidFill>
                    <a:schemeClr val="lt1"/>
                  </a:solidFill>
                  <a:latin typeface="Roboto Light"/>
                  <a:ea typeface="Roboto Light"/>
                  <a:cs typeface="Roboto Light"/>
                  <a:sym typeface="Roboto Light"/>
                </a:rPr>
                <a:t>Colocar o texto aqui</a:t>
              </a:r>
              <a:endParaRPr b="0" i="0" sz="1738" u="none" cap="none" strike="noStrike">
                <a:solidFill>
                  <a:schemeClr val="lt1"/>
                </a:solidFill>
                <a:latin typeface="Roboto Light"/>
                <a:ea typeface="Roboto Light"/>
                <a:cs typeface="Roboto Light"/>
                <a:sym typeface="Roboto Light"/>
              </a:endParaRPr>
            </a:p>
          </p:txBody>
        </p:sp>
        <p:cxnSp>
          <p:nvCxnSpPr>
            <p:cNvPr id="248" name="Google Shape;248;p7"/>
            <p:cNvCxnSpPr/>
            <p:nvPr/>
          </p:nvCxnSpPr>
          <p:spPr>
            <a:xfrm>
              <a:off x="4198450" y="2003450"/>
              <a:ext cx="3920400" cy="0"/>
            </a:xfrm>
            <a:prstGeom prst="straightConnector1">
              <a:avLst/>
            </a:prstGeom>
            <a:noFill/>
            <a:ln cap="flat" cmpd="sng" w="9525">
              <a:solidFill>
                <a:schemeClr val="lt1"/>
              </a:solidFill>
              <a:prstDash val="solid"/>
              <a:round/>
              <a:headEnd len="sm" w="sm" type="none"/>
              <a:tailEnd len="sm" w="sm" type="none"/>
            </a:ln>
          </p:spPr>
        </p:cxnSp>
      </p:grpSp>
      <p:grpSp>
        <p:nvGrpSpPr>
          <p:cNvPr id="249" name="Google Shape;249;p7"/>
          <p:cNvGrpSpPr/>
          <p:nvPr/>
        </p:nvGrpSpPr>
        <p:grpSpPr>
          <a:xfrm>
            <a:off x="4198450" y="2169175"/>
            <a:ext cx="3920400" cy="413375"/>
            <a:chOff x="4198450" y="2248300"/>
            <a:chExt cx="3920400" cy="413375"/>
          </a:xfrm>
        </p:grpSpPr>
        <p:sp>
          <p:nvSpPr>
            <p:cNvPr id="250" name="Google Shape;250;p7"/>
            <p:cNvSpPr/>
            <p:nvPr/>
          </p:nvSpPr>
          <p:spPr>
            <a:xfrm>
              <a:off x="4198450" y="2248300"/>
              <a:ext cx="3920400" cy="30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738" u="none" cap="none" strike="noStrike">
                  <a:solidFill>
                    <a:schemeClr val="lt1"/>
                  </a:solidFill>
                  <a:latin typeface="Roboto Light"/>
                  <a:ea typeface="Roboto Light"/>
                  <a:cs typeface="Roboto Light"/>
                  <a:sym typeface="Roboto Light"/>
                </a:rPr>
                <a:t>Colocar o texto aqui</a:t>
              </a:r>
              <a:endParaRPr b="0" i="0" sz="1738" u="none" cap="none" strike="noStrike">
                <a:solidFill>
                  <a:schemeClr val="lt1"/>
                </a:solidFill>
                <a:latin typeface="Roboto Light"/>
                <a:ea typeface="Roboto Light"/>
                <a:cs typeface="Roboto Light"/>
                <a:sym typeface="Roboto Light"/>
              </a:endParaRPr>
            </a:p>
          </p:txBody>
        </p:sp>
        <p:cxnSp>
          <p:nvCxnSpPr>
            <p:cNvPr id="251" name="Google Shape;251;p7"/>
            <p:cNvCxnSpPr/>
            <p:nvPr/>
          </p:nvCxnSpPr>
          <p:spPr>
            <a:xfrm>
              <a:off x="4198450" y="2661675"/>
              <a:ext cx="3920400" cy="0"/>
            </a:xfrm>
            <a:prstGeom prst="straightConnector1">
              <a:avLst/>
            </a:prstGeom>
            <a:noFill/>
            <a:ln cap="flat" cmpd="sng" w="9525">
              <a:solidFill>
                <a:schemeClr val="lt1"/>
              </a:solidFill>
              <a:prstDash val="solid"/>
              <a:round/>
              <a:headEnd len="sm" w="sm" type="none"/>
              <a:tailEnd len="sm" w="sm" type="none"/>
            </a:ln>
          </p:spPr>
        </p:cxnSp>
      </p:grpSp>
      <p:grpSp>
        <p:nvGrpSpPr>
          <p:cNvPr id="252" name="Google Shape;252;p7"/>
          <p:cNvGrpSpPr/>
          <p:nvPr/>
        </p:nvGrpSpPr>
        <p:grpSpPr>
          <a:xfrm>
            <a:off x="4198450" y="2827400"/>
            <a:ext cx="3920400" cy="413375"/>
            <a:chOff x="4198450" y="2906525"/>
            <a:chExt cx="3920400" cy="413375"/>
          </a:xfrm>
        </p:grpSpPr>
        <p:sp>
          <p:nvSpPr>
            <p:cNvPr id="253" name="Google Shape;253;p7"/>
            <p:cNvSpPr/>
            <p:nvPr/>
          </p:nvSpPr>
          <p:spPr>
            <a:xfrm>
              <a:off x="4198450" y="2906525"/>
              <a:ext cx="3920400" cy="30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738" u="none" cap="none" strike="noStrike">
                  <a:solidFill>
                    <a:schemeClr val="lt1"/>
                  </a:solidFill>
                  <a:latin typeface="Roboto Light"/>
                  <a:ea typeface="Roboto Light"/>
                  <a:cs typeface="Roboto Light"/>
                  <a:sym typeface="Roboto Light"/>
                </a:rPr>
                <a:t>Colocar o texto aqui</a:t>
              </a:r>
              <a:endParaRPr b="0" i="0" sz="1738" u="none" cap="none" strike="noStrike">
                <a:solidFill>
                  <a:schemeClr val="lt1"/>
                </a:solidFill>
                <a:latin typeface="Roboto Light"/>
                <a:ea typeface="Roboto Light"/>
                <a:cs typeface="Roboto Light"/>
                <a:sym typeface="Roboto Light"/>
              </a:endParaRPr>
            </a:p>
          </p:txBody>
        </p:sp>
        <p:cxnSp>
          <p:nvCxnSpPr>
            <p:cNvPr id="254" name="Google Shape;254;p7"/>
            <p:cNvCxnSpPr/>
            <p:nvPr/>
          </p:nvCxnSpPr>
          <p:spPr>
            <a:xfrm>
              <a:off x="4198450" y="3319900"/>
              <a:ext cx="3920400" cy="0"/>
            </a:xfrm>
            <a:prstGeom prst="straightConnector1">
              <a:avLst/>
            </a:prstGeom>
            <a:noFill/>
            <a:ln cap="flat" cmpd="sng" w="9525">
              <a:solidFill>
                <a:schemeClr val="lt1"/>
              </a:solidFill>
              <a:prstDash val="solid"/>
              <a:round/>
              <a:headEnd len="sm" w="sm" type="none"/>
              <a:tailEnd len="sm" w="sm" type="none"/>
            </a:ln>
          </p:spPr>
        </p:cxnSp>
      </p:grpSp>
      <p:grpSp>
        <p:nvGrpSpPr>
          <p:cNvPr id="255" name="Google Shape;255;p7"/>
          <p:cNvGrpSpPr/>
          <p:nvPr/>
        </p:nvGrpSpPr>
        <p:grpSpPr>
          <a:xfrm>
            <a:off x="4198450" y="3485625"/>
            <a:ext cx="3920400" cy="413375"/>
            <a:chOff x="4198450" y="3564750"/>
            <a:chExt cx="3920400" cy="413375"/>
          </a:xfrm>
        </p:grpSpPr>
        <p:sp>
          <p:nvSpPr>
            <p:cNvPr id="256" name="Google Shape;256;p7"/>
            <p:cNvSpPr/>
            <p:nvPr/>
          </p:nvSpPr>
          <p:spPr>
            <a:xfrm>
              <a:off x="4198450" y="3564750"/>
              <a:ext cx="3920400" cy="30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738" u="none" cap="none" strike="noStrike">
                  <a:solidFill>
                    <a:schemeClr val="lt1"/>
                  </a:solidFill>
                  <a:latin typeface="Roboto Light"/>
                  <a:ea typeface="Roboto Light"/>
                  <a:cs typeface="Roboto Light"/>
                  <a:sym typeface="Roboto Light"/>
                </a:rPr>
                <a:t>Colocar o texto aqui</a:t>
              </a:r>
              <a:endParaRPr b="0" i="0" sz="1738" u="none" cap="none" strike="noStrike">
                <a:solidFill>
                  <a:schemeClr val="lt1"/>
                </a:solidFill>
                <a:latin typeface="Roboto Light"/>
                <a:ea typeface="Roboto Light"/>
                <a:cs typeface="Roboto Light"/>
                <a:sym typeface="Roboto Light"/>
              </a:endParaRPr>
            </a:p>
          </p:txBody>
        </p:sp>
        <p:cxnSp>
          <p:nvCxnSpPr>
            <p:cNvPr id="257" name="Google Shape;257;p7"/>
            <p:cNvCxnSpPr/>
            <p:nvPr/>
          </p:nvCxnSpPr>
          <p:spPr>
            <a:xfrm>
              <a:off x="4198450" y="3978125"/>
              <a:ext cx="3920400" cy="0"/>
            </a:xfrm>
            <a:prstGeom prst="straightConnector1">
              <a:avLst/>
            </a:prstGeom>
            <a:noFill/>
            <a:ln cap="flat" cmpd="sng" w="9525">
              <a:solidFill>
                <a:schemeClr val="lt1"/>
              </a:solidFill>
              <a:prstDash val="solid"/>
              <a:round/>
              <a:headEnd len="sm" w="sm" type="none"/>
              <a:tailEnd len="sm" w="sm" type="none"/>
            </a:ln>
          </p:spPr>
        </p:cxnSp>
      </p:grpSp>
      <p:pic>
        <p:nvPicPr>
          <p:cNvPr id="258" name="Google Shape;258;p7" title="Logo - Você Pede - Sem fundo.png"/>
          <p:cNvPicPr preferRelativeResize="0"/>
          <p:nvPr/>
        </p:nvPicPr>
        <p:blipFill>
          <a:blip r:embed="rId3">
            <a:alphaModFix/>
          </a:blip>
          <a:stretch>
            <a:fillRect/>
          </a:stretch>
        </p:blipFill>
        <p:spPr>
          <a:xfrm>
            <a:off x="4266875" y="4157847"/>
            <a:ext cx="788156" cy="678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8"/>
          <p:cNvSpPr/>
          <p:nvPr/>
        </p:nvSpPr>
        <p:spPr>
          <a:xfrm>
            <a:off x="1134200" y="2118950"/>
            <a:ext cx="6893100" cy="905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3225" u="none" cap="none" strike="noStrike">
                <a:solidFill>
                  <a:srgbClr val="F85400"/>
                </a:solidFill>
                <a:latin typeface="Roboto Black"/>
                <a:ea typeface="Roboto Black"/>
                <a:cs typeface="Roboto Black"/>
                <a:sym typeface="Roboto Black"/>
              </a:rPr>
              <a:t>Colocar o título aqui</a:t>
            </a:r>
            <a:endParaRPr b="0" i="0" sz="3225" u="none" cap="none" strike="noStrike">
              <a:solidFill>
                <a:srgbClr val="F85400"/>
              </a:solidFill>
              <a:latin typeface="Roboto Black"/>
              <a:ea typeface="Roboto Black"/>
              <a:cs typeface="Roboto Black"/>
              <a:sym typeface="Roboto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9"/>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
        <p:nvSpPr>
          <p:cNvPr id="269" name="Google Shape;269;p9"/>
          <p:cNvSpPr/>
          <p:nvPr/>
        </p:nvSpPr>
        <p:spPr>
          <a:xfrm>
            <a:off x="639550" y="461350"/>
            <a:ext cx="4065900" cy="444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2500" u="none" cap="none" strike="noStrike">
                <a:solidFill>
                  <a:schemeClr val="lt1"/>
                </a:solidFill>
                <a:latin typeface="Roboto Black"/>
                <a:ea typeface="Roboto Black"/>
                <a:cs typeface="Roboto Black"/>
                <a:sym typeface="Roboto Black"/>
              </a:rPr>
              <a:t>Título de uma linha</a:t>
            </a:r>
            <a:endParaRPr b="0" i="0" sz="2500" u="none" cap="none" strike="noStrike">
              <a:solidFill>
                <a:schemeClr val="lt1"/>
              </a:solidFill>
              <a:latin typeface="Roboto Black"/>
              <a:ea typeface="Roboto Black"/>
              <a:cs typeface="Roboto Black"/>
              <a:sym typeface="Roboto Black"/>
            </a:endParaRPr>
          </a:p>
        </p:txBody>
      </p:sp>
      <p:sp>
        <p:nvSpPr>
          <p:cNvPr id="270" name="Google Shape;270;p9"/>
          <p:cNvSpPr/>
          <p:nvPr/>
        </p:nvSpPr>
        <p:spPr>
          <a:xfrm>
            <a:off x="639550" y="963025"/>
            <a:ext cx="4065900" cy="23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238" u="none" cap="none" strike="noStrike">
                <a:solidFill>
                  <a:schemeClr val="lt1"/>
                </a:solidFill>
                <a:latin typeface="Roboto"/>
                <a:ea typeface="Roboto"/>
                <a:cs typeface="Roboto"/>
                <a:sym typeface="Roboto"/>
              </a:rPr>
              <a:t>Subtítulo de uma linha</a:t>
            </a:r>
            <a:endParaRPr b="0" i="0" sz="1238" u="none" cap="none" strike="noStrike">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0"/>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1"/>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
        <p:nvSpPr>
          <p:cNvPr id="281" name="Google Shape;281;p11"/>
          <p:cNvSpPr/>
          <p:nvPr/>
        </p:nvSpPr>
        <p:spPr>
          <a:xfrm>
            <a:off x="734775" y="1164725"/>
            <a:ext cx="2446500" cy="73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500" u="none" cap="none" strike="noStrike">
                <a:solidFill>
                  <a:schemeClr val="lt1"/>
                </a:solidFill>
                <a:latin typeface="Roboto Black"/>
                <a:ea typeface="Roboto Black"/>
                <a:cs typeface="Roboto Black"/>
                <a:sym typeface="Roboto Black"/>
              </a:rPr>
              <a:t>Título com até duas linhas</a:t>
            </a:r>
            <a:endParaRPr b="0" i="0" sz="2500" u="none" cap="none" strike="noStrike">
              <a:solidFill>
                <a:schemeClr val="lt1"/>
              </a:solidFill>
              <a:latin typeface="Roboto Black"/>
              <a:ea typeface="Roboto Black"/>
              <a:cs typeface="Roboto Black"/>
              <a:sym typeface="Roboto Black"/>
            </a:endParaRPr>
          </a:p>
        </p:txBody>
      </p:sp>
      <p:sp>
        <p:nvSpPr>
          <p:cNvPr id="282" name="Google Shape;282;p11"/>
          <p:cNvSpPr/>
          <p:nvPr/>
        </p:nvSpPr>
        <p:spPr>
          <a:xfrm>
            <a:off x="734775" y="2544775"/>
            <a:ext cx="1969500" cy="111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42" u="none" cap="none" strike="noStrike">
                <a:solidFill>
                  <a:schemeClr val="lt1"/>
                </a:solidFill>
                <a:latin typeface="Roboto"/>
                <a:ea typeface="Roboto"/>
                <a:cs typeface="Roboto"/>
                <a:sym typeface="Roboto"/>
              </a:rPr>
              <a:t>Lorem ipsum dolor sit amet, consectetuer adipiscing elit, sed diam nonummy nibh euismod tincidunt ut laoreet dolore magna aliquam erat volutpat. Ut wisi enim ad minim veniam, quis</a:t>
            </a:r>
            <a:endParaRPr b="0" i="0" sz="1042" u="none" cap="none" strike="noStrike">
              <a:solidFill>
                <a:schemeClr val="lt1"/>
              </a:solidFill>
              <a:latin typeface="Roboto"/>
              <a:ea typeface="Roboto"/>
              <a:cs typeface="Roboto"/>
              <a:sym typeface="Roboto"/>
            </a:endParaRPr>
          </a:p>
        </p:txBody>
      </p:sp>
      <p:sp>
        <p:nvSpPr>
          <p:cNvPr id="283" name="Google Shape;283;p11"/>
          <p:cNvSpPr/>
          <p:nvPr/>
        </p:nvSpPr>
        <p:spPr>
          <a:xfrm>
            <a:off x="734775" y="2193950"/>
            <a:ext cx="2446500" cy="23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1" i="0" lang="pt-BR" sz="1238" u="none" cap="none" strike="noStrike">
                <a:solidFill>
                  <a:schemeClr val="lt1"/>
                </a:solidFill>
                <a:latin typeface="Roboto"/>
                <a:ea typeface="Roboto"/>
                <a:cs typeface="Roboto"/>
                <a:sym typeface="Roboto"/>
              </a:rPr>
              <a:t>Subtítulo de uma linha</a:t>
            </a:r>
            <a:endParaRPr b="1" i="0" sz="1238" u="none" cap="none" strike="noStrike">
              <a:solidFill>
                <a:schemeClr val="lt1"/>
              </a:solidFill>
              <a:latin typeface="Roboto"/>
              <a:ea typeface="Roboto"/>
              <a:cs typeface="Roboto"/>
              <a:sym typeface="Roboto"/>
            </a:endParaRPr>
          </a:p>
        </p:txBody>
      </p:sp>
      <p:sp>
        <p:nvSpPr>
          <p:cNvPr id="284" name="Google Shape;284;p11"/>
          <p:cNvSpPr/>
          <p:nvPr>
            <p:ph idx="2" type="pic"/>
          </p:nvPr>
        </p:nvSpPr>
        <p:spPr>
          <a:xfrm>
            <a:off x="3657575" y="772200"/>
            <a:ext cx="4805400" cy="3599100"/>
          </a:xfrm>
          <a:prstGeom prst="roundRect">
            <a:avLst>
              <a:gd fmla="val 16667" name="adj"/>
            </a:avLst>
          </a:prstGeom>
          <a:no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2"/>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
        <p:nvSpPr>
          <p:cNvPr id="290" name="Google Shape;290;p12"/>
          <p:cNvSpPr/>
          <p:nvPr/>
        </p:nvSpPr>
        <p:spPr>
          <a:xfrm>
            <a:off x="639550" y="610825"/>
            <a:ext cx="4065900" cy="444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2500" u="none" cap="none" strike="noStrike">
                <a:solidFill>
                  <a:schemeClr val="lt1"/>
                </a:solidFill>
                <a:latin typeface="Roboto Black"/>
                <a:ea typeface="Roboto Black"/>
                <a:cs typeface="Roboto Black"/>
                <a:sym typeface="Roboto Black"/>
              </a:rPr>
              <a:t>Título de uma linha</a:t>
            </a:r>
            <a:endParaRPr b="0" i="0" sz="2500" u="none" cap="none" strike="noStrike">
              <a:solidFill>
                <a:schemeClr val="lt1"/>
              </a:solidFill>
              <a:latin typeface="Roboto Black"/>
              <a:ea typeface="Roboto Black"/>
              <a:cs typeface="Roboto Black"/>
              <a:sym typeface="Roboto Black"/>
            </a:endParaRPr>
          </a:p>
        </p:txBody>
      </p:sp>
      <p:sp>
        <p:nvSpPr>
          <p:cNvPr id="291" name="Google Shape;291;p12"/>
          <p:cNvSpPr/>
          <p:nvPr/>
        </p:nvSpPr>
        <p:spPr>
          <a:xfrm>
            <a:off x="639550" y="1112500"/>
            <a:ext cx="4065900" cy="23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238" u="none" cap="none" strike="noStrike">
                <a:solidFill>
                  <a:schemeClr val="lt1"/>
                </a:solidFill>
                <a:latin typeface="Roboto"/>
                <a:ea typeface="Roboto"/>
                <a:cs typeface="Roboto"/>
                <a:sym typeface="Roboto"/>
              </a:rPr>
              <a:t>Subtítulo de uma linha</a:t>
            </a:r>
            <a:endParaRPr b="0" i="0" sz="1238" u="none" cap="none" strike="noStrike">
              <a:solidFill>
                <a:schemeClr val="lt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3"/>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4"/>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85400"/>
                </a:solidFill>
                <a:latin typeface="Roboto"/>
                <a:ea typeface="Roboto"/>
                <a:cs typeface="Roboto"/>
                <a:sym typeface="Roboto"/>
              </a:rPr>
              <a:t>Colocar Área</a:t>
            </a:r>
            <a:endParaRPr b="1" i="1" sz="700" u="none" cap="none" strike="noStrike">
              <a:solidFill>
                <a:srgbClr val="F85400"/>
              </a:solidFill>
              <a:latin typeface="Roboto"/>
              <a:ea typeface="Roboto"/>
              <a:cs typeface="Roboto"/>
              <a:sym typeface="Roboto"/>
            </a:endParaRPr>
          </a:p>
        </p:txBody>
      </p:sp>
      <p:sp>
        <p:nvSpPr>
          <p:cNvPr id="302" name="Google Shape;302;p14"/>
          <p:cNvSpPr/>
          <p:nvPr/>
        </p:nvSpPr>
        <p:spPr>
          <a:xfrm>
            <a:off x="639550" y="1213375"/>
            <a:ext cx="2446500" cy="73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500" u="none" cap="none" strike="noStrike">
                <a:solidFill>
                  <a:srgbClr val="F85400"/>
                </a:solidFill>
                <a:latin typeface="Roboto Black"/>
                <a:ea typeface="Roboto Black"/>
                <a:cs typeface="Roboto Black"/>
                <a:sym typeface="Roboto Black"/>
              </a:rPr>
              <a:t>Título com até duas linhas</a:t>
            </a:r>
            <a:endParaRPr b="0" i="0" sz="2500" u="none" cap="none" strike="noStrike">
              <a:solidFill>
                <a:srgbClr val="F85400"/>
              </a:solidFill>
              <a:latin typeface="Roboto Black"/>
              <a:ea typeface="Roboto Black"/>
              <a:cs typeface="Roboto Black"/>
              <a:sym typeface="Roboto Black"/>
            </a:endParaRPr>
          </a:p>
        </p:txBody>
      </p:sp>
      <p:sp>
        <p:nvSpPr>
          <p:cNvPr id="303" name="Google Shape;303;p14"/>
          <p:cNvSpPr/>
          <p:nvPr/>
        </p:nvSpPr>
        <p:spPr>
          <a:xfrm>
            <a:off x="639550" y="2548950"/>
            <a:ext cx="2200800" cy="1225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9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a:t>
            </a:r>
            <a:endParaRPr b="0" i="0" sz="942" u="none" cap="none" strike="noStrike">
              <a:solidFill>
                <a:schemeClr val="dk1"/>
              </a:solidFill>
              <a:latin typeface="Roboto"/>
              <a:ea typeface="Roboto"/>
              <a:cs typeface="Roboto"/>
              <a:sym typeface="Roboto"/>
            </a:endParaRPr>
          </a:p>
        </p:txBody>
      </p:sp>
      <p:sp>
        <p:nvSpPr>
          <p:cNvPr id="304" name="Google Shape;304;p14"/>
          <p:cNvSpPr/>
          <p:nvPr/>
        </p:nvSpPr>
        <p:spPr>
          <a:xfrm>
            <a:off x="639550" y="2242600"/>
            <a:ext cx="2446500" cy="23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1" i="0" lang="pt-BR" sz="1238" u="none" cap="none" strike="noStrike">
                <a:solidFill>
                  <a:srgbClr val="F85400"/>
                </a:solidFill>
                <a:latin typeface="Roboto"/>
                <a:ea typeface="Roboto"/>
                <a:cs typeface="Roboto"/>
                <a:sym typeface="Roboto"/>
              </a:rPr>
              <a:t>Subtítulo de uma linha</a:t>
            </a:r>
            <a:endParaRPr b="1" i="0" sz="1238" u="none" cap="none" strike="noStrike">
              <a:solidFill>
                <a:srgbClr val="F85400"/>
              </a:solidFill>
              <a:latin typeface="Roboto"/>
              <a:ea typeface="Roboto"/>
              <a:cs typeface="Roboto"/>
              <a:sym typeface="Roboto"/>
            </a:endParaRPr>
          </a:p>
        </p:txBody>
      </p:sp>
      <p:sp>
        <p:nvSpPr>
          <p:cNvPr id="305" name="Google Shape;305;p14"/>
          <p:cNvSpPr/>
          <p:nvPr>
            <p:ph idx="2" type="pic"/>
          </p:nvPr>
        </p:nvSpPr>
        <p:spPr>
          <a:xfrm>
            <a:off x="3562850" y="1136275"/>
            <a:ext cx="4941600" cy="2715300"/>
          </a:xfrm>
          <a:prstGeom prst="roundRect">
            <a:avLst>
              <a:gd fmla="val 16667" name="adj"/>
            </a:avLst>
          </a:prstGeom>
          <a:no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5"/>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85400"/>
                </a:solidFill>
                <a:latin typeface="Roboto"/>
                <a:ea typeface="Roboto"/>
                <a:cs typeface="Roboto"/>
                <a:sym typeface="Roboto"/>
              </a:rPr>
              <a:t>Colocar Área</a:t>
            </a:r>
            <a:endParaRPr b="1" i="1" sz="700" u="none" cap="none" strike="noStrike">
              <a:solidFill>
                <a:srgbClr val="F85400"/>
              </a:solidFill>
              <a:latin typeface="Roboto"/>
              <a:ea typeface="Roboto"/>
              <a:cs typeface="Roboto"/>
              <a:sym typeface="Roboto"/>
            </a:endParaRPr>
          </a:p>
        </p:txBody>
      </p:sp>
      <p:sp>
        <p:nvSpPr>
          <p:cNvPr id="311" name="Google Shape;311;p15"/>
          <p:cNvSpPr/>
          <p:nvPr/>
        </p:nvSpPr>
        <p:spPr>
          <a:xfrm>
            <a:off x="639550" y="882725"/>
            <a:ext cx="2784900" cy="55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2000" u="none" cap="none" strike="noStrike">
                <a:solidFill>
                  <a:srgbClr val="F85400"/>
                </a:solidFill>
                <a:latin typeface="Roboto Black"/>
                <a:ea typeface="Roboto Black"/>
                <a:cs typeface="Roboto Black"/>
                <a:sym typeface="Roboto Black"/>
              </a:rPr>
              <a:t>Colocar título com até duas linhas</a:t>
            </a:r>
            <a:endParaRPr b="0" i="0" sz="2000" u="none" cap="none" strike="noStrike">
              <a:solidFill>
                <a:srgbClr val="F85400"/>
              </a:solidFill>
              <a:latin typeface="Roboto Black"/>
              <a:ea typeface="Roboto Black"/>
              <a:cs typeface="Roboto Black"/>
              <a:sym typeface="Roboto Black"/>
            </a:endParaRPr>
          </a:p>
        </p:txBody>
      </p:sp>
      <p:sp>
        <p:nvSpPr>
          <p:cNvPr id="312" name="Google Shape;312;p15"/>
          <p:cNvSpPr/>
          <p:nvPr/>
        </p:nvSpPr>
        <p:spPr>
          <a:xfrm>
            <a:off x="639550" y="1616000"/>
            <a:ext cx="2564100" cy="458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942" u="none" cap="none" strike="noStrike">
                <a:solidFill>
                  <a:srgbClr val="000000"/>
                </a:solidFill>
                <a:latin typeface="Roboto"/>
                <a:ea typeface="Roboto"/>
                <a:cs typeface="Roboto"/>
                <a:sym typeface="Roboto"/>
              </a:rPr>
              <a:t>Lorem ipsum dolor sit amet, consectetuer adipiscing elit, sed diam nonummy nibh euismod tincidunt ut laoreet dolore magna</a:t>
            </a:r>
            <a:endParaRPr b="0" i="0" sz="942" u="none" cap="none" strike="noStrike">
              <a:solidFill>
                <a:srgbClr val="000000"/>
              </a:solidFill>
              <a:latin typeface="Roboto"/>
              <a:ea typeface="Roboto"/>
              <a:cs typeface="Roboto"/>
              <a:sym typeface="Roboto"/>
            </a:endParaRPr>
          </a:p>
        </p:txBody>
      </p:sp>
      <p:sp>
        <p:nvSpPr>
          <p:cNvPr id="313" name="Google Shape;313;p15"/>
          <p:cNvSpPr/>
          <p:nvPr/>
        </p:nvSpPr>
        <p:spPr>
          <a:xfrm>
            <a:off x="639562" y="3695873"/>
            <a:ext cx="369600" cy="3696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43600" lIns="43600" spcFirstLastPara="1" rIns="43600" wrap="square" tIns="43600">
            <a:noAutofit/>
          </a:bodyPr>
          <a:lstStyle/>
          <a:p>
            <a:pPr indent="0" lvl="0" marL="0" marR="0" rtl="0" algn="ctr">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pic>
        <p:nvPicPr>
          <p:cNvPr descr="preencoded.png" id="314" name="Google Shape;314;p15"/>
          <p:cNvPicPr preferRelativeResize="0"/>
          <p:nvPr/>
        </p:nvPicPr>
        <p:blipFill rotWithShape="1">
          <a:blip r:embed="rId3">
            <a:alphaModFix/>
          </a:blip>
          <a:srcRect b="0" l="0" r="0" t="0"/>
          <a:stretch/>
        </p:blipFill>
        <p:spPr>
          <a:xfrm>
            <a:off x="728127" y="3808255"/>
            <a:ext cx="192416" cy="153932"/>
          </a:xfrm>
          <a:prstGeom prst="rect">
            <a:avLst/>
          </a:prstGeom>
          <a:noFill/>
          <a:ln>
            <a:noFill/>
          </a:ln>
        </p:spPr>
      </p:pic>
      <p:sp>
        <p:nvSpPr>
          <p:cNvPr id="315" name="Google Shape;315;p15"/>
          <p:cNvSpPr/>
          <p:nvPr/>
        </p:nvSpPr>
        <p:spPr>
          <a:xfrm>
            <a:off x="1126900" y="2442270"/>
            <a:ext cx="1653900" cy="132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Título</a:t>
            </a:r>
            <a:endParaRPr b="0" i="0" sz="942" u="none" cap="none" strike="noStrike">
              <a:solidFill>
                <a:srgbClr val="F85400"/>
              </a:solidFill>
              <a:latin typeface="Roboto Black"/>
              <a:ea typeface="Roboto Black"/>
              <a:cs typeface="Roboto Black"/>
              <a:sym typeface="Roboto Black"/>
            </a:endParaRPr>
          </a:p>
        </p:txBody>
      </p:sp>
      <p:sp>
        <p:nvSpPr>
          <p:cNvPr id="316" name="Google Shape;316;p15"/>
          <p:cNvSpPr/>
          <p:nvPr/>
        </p:nvSpPr>
        <p:spPr>
          <a:xfrm>
            <a:off x="1126898" y="2642038"/>
            <a:ext cx="1439700" cy="214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685" u="none" cap="none" strike="noStrike">
                <a:solidFill>
                  <a:srgbClr val="000000"/>
                </a:solidFill>
                <a:latin typeface="Roboto"/>
                <a:ea typeface="Roboto"/>
                <a:cs typeface="Roboto"/>
                <a:sym typeface="Roboto"/>
              </a:rPr>
              <a:t>Lorem ipsum dolor sit amet, consectetuer adipiscing elit, sed dia</a:t>
            </a:r>
            <a:endParaRPr b="0" i="0" sz="685" u="none" cap="none" strike="noStrike">
              <a:solidFill>
                <a:srgbClr val="000000"/>
              </a:solidFill>
              <a:latin typeface="Roboto"/>
              <a:ea typeface="Roboto"/>
              <a:cs typeface="Roboto"/>
              <a:sym typeface="Roboto"/>
            </a:endParaRPr>
          </a:p>
        </p:txBody>
      </p:sp>
      <p:sp>
        <p:nvSpPr>
          <p:cNvPr id="317" name="Google Shape;317;p15"/>
          <p:cNvSpPr/>
          <p:nvPr/>
        </p:nvSpPr>
        <p:spPr>
          <a:xfrm>
            <a:off x="1126927" y="3695875"/>
            <a:ext cx="1439700" cy="132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Título</a:t>
            </a:r>
            <a:endParaRPr b="0" i="0" sz="942" u="none" cap="none" strike="noStrike">
              <a:solidFill>
                <a:srgbClr val="F85400"/>
              </a:solidFill>
              <a:latin typeface="Roboto Black"/>
              <a:ea typeface="Roboto Black"/>
              <a:cs typeface="Roboto Black"/>
              <a:sym typeface="Roboto Black"/>
            </a:endParaRPr>
          </a:p>
        </p:txBody>
      </p:sp>
      <p:sp>
        <p:nvSpPr>
          <p:cNvPr id="318" name="Google Shape;318;p15"/>
          <p:cNvSpPr/>
          <p:nvPr/>
        </p:nvSpPr>
        <p:spPr>
          <a:xfrm>
            <a:off x="1126925" y="3888775"/>
            <a:ext cx="2076600" cy="372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685" u="none" cap="none" strike="noStrike">
                <a:solidFill>
                  <a:srgbClr val="000000"/>
                </a:solidFill>
                <a:latin typeface="Roboto"/>
                <a:ea typeface="Roboto"/>
                <a:cs typeface="Roboto"/>
                <a:sym typeface="Roboto"/>
              </a:rPr>
              <a:t>Lorem ipsum dolor sit amet, consectetuer adipiscing elit, sed diam nonummy nibh euismod tincidunt ut laoreet dolore magna aliquam erat volutpat</a:t>
            </a:r>
            <a:endParaRPr b="0" i="0" sz="685" u="none" cap="none" strike="noStrike">
              <a:solidFill>
                <a:srgbClr val="000000"/>
              </a:solidFill>
              <a:latin typeface="Roboto"/>
              <a:ea typeface="Roboto"/>
              <a:cs typeface="Roboto"/>
              <a:sym typeface="Roboto"/>
            </a:endParaRPr>
          </a:p>
        </p:txBody>
      </p:sp>
      <p:sp>
        <p:nvSpPr>
          <p:cNvPr id="319" name="Google Shape;319;p15"/>
          <p:cNvSpPr/>
          <p:nvPr/>
        </p:nvSpPr>
        <p:spPr>
          <a:xfrm>
            <a:off x="1126900" y="3069075"/>
            <a:ext cx="1653900" cy="132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Título</a:t>
            </a:r>
            <a:endParaRPr b="0" i="0" sz="942" u="none" cap="none" strike="noStrike">
              <a:solidFill>
                <a:srgbClr val="F85400"/>
              </a:solidFill>
              <a:latin typeface="Roboto Black"/>
              <a:ea typeface="Roboto Black"/>
              <a:cs typeface="Roboto Black"/>
              <a:sym typeface="Roboto Black"/>
            </a:endParaRPr>
          </a:p>
        </p:txBody>
      </p:sp>
      <p:sp>
        <p:nvSpPr>
          <p:cNvPr id="320" name="Google Shape;320;p15"/>
          <p:cNvSpPr/>
          <p:nvPr/>
        </p:nvSpPr>
        <p:spPr>
          <a:xfrm>
            <a:off x="1126898" y="3268850"/>
            <a:ext cx="1439700" cy="214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685" u="none" cap="none" strike="noStrike">
                <a:solidFill>
                  <a:schemeClr val="dk1"/>
                </a:solidFill>
                <a:latin typeface="Roboto"/>
                <a:ea typeface="Roboto"/>
                <a:cs typeface="Roboto"/>
                <a:sym typeface="Roboto"/>
              </a:rPr>
              <a:t>Lorem ipsum dolor sit amet, consectetuer adipiscing elit, sed dia</a:t>
            </a:r>
            <a:endParaRPr b="0" i="0" sz="685" u="none" cap="none" strike="noStrike">
              <a:solidFill>
                <a:srgbClr val="000000"/>
              </a:solidFill>
              <a:latin typeface="Roboto"/>
              <a:ea typeface="Roboto"/>
              <a:cs typeface="Roboto"/>
              <a:sym typeface="Roboto"/>
            </a:endParaRPr>
          </a:p>
        </p:txBody>
      </p:sp>
      <p:sp>
        <p:nvSpPr>
          <p:cNvPr id="321" name="Google Shape;321;p15"/>
          <p:cNvSpPr/>
          <p:nvPr/>
        </p:nvSpPr>
        <p:spPr>
          <a:xfrm>
            <a:off x="639562" y="3069073"/>
            <a:ext cx="369600" cy="3696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43600" lIns="43600" spcFirstLastPara="1" rIns="43600" wrap="square" tIns="43600">
            <a:noAutofit/>
          </a:bodyPr>
          <a:lstStyle/>
          <a:p>
            <a:pPr indent="0" lvl="0" marL="0" marR="0" rtl="0" algn="ctr">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pic>
        <p:nvPicPr>
          <p:cNvPr descr="preencoded.png" id="322" name="Google Shape;322;p15"/>
          <p:cNvPicPr preferRelativeResize="0"/>
          <p:nvPr/>
        </p:nvPicPr>
        <p:blipFill rotWithShape="1">
          <a:blip r:embed="rId3">
            <a:alphaModFix/>
          </a:blip>
          <a:srcRect b="0" l="0" r="0" t="0"/>
          <a:stretch/>
        </p:blipFill>
        <p:spPr>
          <a:xfrm>
            <a:off x="728127" y="3181455"/>
            <a:ext cx="192416" cy="153932"/>
          </a:xfrm>
          <a:prstGeom prst="rect">
            <a:avLst/>
          </a:prstGeom>
          <a:noFill/>
          <a:ln>
            <a:noFill/>
          </a:ln>
        </p:spPr>
      </p:pic>
      <p:sp>
        <p:nvSpPr>
          <p:cNvPr id="323" name="Google Shape;323;p15"/>
          <p:cNvSpPr/>
          <p:nvPr/>
        </p:nvSpPr>
        <p:spPr>
          <a:xfrm>
            <a:off x="639562" y="2442273"/>
            <a:ext cx="369600" cy="3696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43600" lIns="43600" spcFirstLastPara="1" rIns="43600" wrap="square" tIns="43600">
            <a:noAutofit/>
          </a:bodyPr>
          <a:lstStyle/>
          <a:p>
            <a:pPr indent="0" lvl="0" marL="0" marR="0" rtl="0" algn="ctr">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pic>
        <p:nvPicPr>
          <p:cNvPr descr="preencoded.png" id="324" name="Google Shape;324;p15"/>
          <p:cNvPicPr preferRelativeResize="0"/>
          <p:nvPr/>
        </p:nvPicPr>
        <p:blipFill rotWithShape="1">
          <a:blip r:embed="rId3">
            <a:alphaModFix/>
          </a:blip>
          <a:srcRect b="0" l="0" r="0" t="0"/>
          <a:stretch/>
        </p:blipFill>
        <p:spPr>
          <a:xfrm>
            <a:off x="728127" y="2554655"/>
            <a:ext cx="192416" cy="153932"/>
          </a:xfrm>
          <a:prstGeom prst="rect">
            <a:avLst/>
          </a:prstGeom>
          <a:noFill/>
          <a:ln>
            <a:noFill/>
          </a:ln>
        </p:spPr>
      </p:pic>
      <p:sp>
        <p:nvSpPr>
          <p:cNvPr id="325" name="Google Shape;325;p15"/>
          <p:cNvSpPr/>
          <p:nvPr>
            <p:ph idx="2" type="pic"/>
          </p:nvPr>
        </p:nvSpPr>
        <p:spPr>
          <a:xfrm>
            <a:off x="3562850" y="1136275"/>
            <a:ext cx="4941600" cy="2715300"/>
          </a:xfrm>
          <a:prstGeom prst="roundRect">
            <a:avLst>
              <a:gd fmla="val 16667" name="adj"/>
            </a:avLst>
          </a:prstGeom>
          <a:no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6"/>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85400"/>
                </a:solidFill>
                <a:latin typeface="Roboto"/>
                <a:ea typeface="Roboto"/>
                <a:cs typeface="Roboto"/>
                <a:sym typeface="Roboto"/>
              </a:rPr>
              <a:t>Colocar Área</a:t>
            </a:r>
            <a:endParaRPr b="1" i="1" sz="700" u="none" cap="none" strike="noStrike">
              <a:solidFill>
                <a:srgbClr val="F85400"/>
              </a:solidFill>
              <a:latin typeface="Roboto"/>
              <a:ea typeface="Roboto"/>
              <a:cs typeface="Roboto"/>
              <a:sym typeface="Roboto"/>
            </a:endParaRPr>
          </a:p>
        </p:txBody>
      </p:sp>
      <p:sp>
        <p:nvSpPr>
          <p:cNvPr id="331" name="Google Shape;331;p16"/>
          <p:cNvSpPr/>
          <p:nvPr/>
        </p:nvSpPr>
        <p:spPr>
          <a:xfrm>
            <a:off x="639550" y="646000"/>
            <a:ext cx="4065900" cy="444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2500" u="none" cap="none" strike="noStrike">
                <a:solidFill>
                  <a:srgbClr val="F85400"/>
                </a:solidFill>
                <a:latin typeface="Roboto Black"/>
                <a:ea typeface="Roboto Black"/>
                <a:cs typeface="Roboto Black"/>
                <a:sym typeface="Roboto Black"/>
              </a:rPr>
              <a:t>Título de uma linha</a:t>
            </a:r>
            <a:endParaRPr b="0" i="0" sz="2500" u="none" cap="none" strike="noStrike">
              <a:solidFill>
                <a:srgbClr val="F85400"/>
              </a:solidFill>
              <a:latin typeface="Roboto Black"/>
              <a:ea typeface="Roboto Black"/>
              <a:cs typeface="Roboto Black"/>
              <a:sym typeface="Roboto Black"/>
            </a:endParaRPr>
          </a:p>
        </p:txBody>
      </p:sp>
      <p:sp>
        <p:nvSpPr>
          <p:cNvPr id="332" name="Google Shape;332;p16"/>
          <p:cNvSpPr/>
          <p:nvPr/>
        </p:nvSpPr>
        <p:spPr>
          <a:xfrm>
            <a:off x="639550" y="1147675"/>
            <a:ext cx="4065900" cy="23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238" u="none" cap="none" strike="noStrike">
                <a:solidFill>
                  <a:srgbClr val="F85400"/>
                </a:solidFill>
                <a:latin typeface="Roboto"/>
                <a:ea typeface="Roboto"/>
                <a:cs typeface="Roboto"/>
                <a:sym typeface="Roboto"/>
              </a:rPr>
              <a:t>Subtítulo de uma linha</a:t>
            </a:r>
            <a:endParaRPr b="0" i="0" sz="1238" u="none" cap="none" strike="noStrike">
              <a:solidFill>
                <a:srgbClr val="F85400"/>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7"/>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85400"/>
                </a:solidFill>
                <a:latin typeface="Roboto"/>
                <a:ea typeface="Roboto"/>
                <a:cs typeface="Roboto"/>
                <a:sym typeface="Roboto"/>
              </a:rPr>
              <a:t>Colocar Área</a:t>
            </a:r>
            <a:endParaRPr b="1" i="1" sz="700" u="none" cap="none" strike="noStrike">
              <a:solidFill>
                <a:srgbClr val="F854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8"/>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
        <p:nvSpPr>
          <p:cNvPr id="343" name="Google Shape;343;p18"/>
          <p:cNvSpPr/>
          <p:nvPr/>
        </p:nvSpPr>
        <p:spPr>
          <a:xfrm>
            <a:off x="5821875" y="1164725"/>
            <a:ext cx="2446500" cy="73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500" u="none" cap="none" strike="noStrike">
                <a:solidFill>
                  <a:srgbClr val="F85400"/>
                </a:solidFill>
                <a:latin typeface="Roboto Black"/>
                <a:ea typeface="Roboto Black"/>
                <a:cs typeface="Roboto Black"/>
                <a:sym typeface="Roboto Black"/>
              </a:rPr>
              <a:t>Título com até duas linhas</a:t>
            </a:r>
            <a:endParaRPr b="0" i="0" sz="2500" u="none" cap="none" strike="noStrike">
              <a:solidFill>
                <a:srgbClr val="F85400"/>
              </a:solidFill>
              <a:latin typeface="Roboto Black"/>
              <a:ea typeface="Roboto Black"/>
              <a:cs typeface="Roboto Black"/>
              <a:sym typeface="Roboto Black"/>
            </a:endParaRPr>
          </a:p>
        </p:txBody>
      </p:sp>
      <p:sp>
        <p:nvSpPr>
          <p:cNvPr id="344" name="Google Shape;344;p18"/>
          <p:cNvSpPr/>
          <p:nvPr/>
        </p:nvSpPr>
        <p:spPr>
          <a:xfrm>
            <a:off x="5821875" y="2500300"/>
            <a:ext cx="2446500" cy="1225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a:t>
            </a:r>
            <a:endParaRPr b="0" i="0" sz="1042" u="none" cap="none" strike="noStrike">
              <a:solidFill>
                <a:schemeClr val="dk1"/>
              </a:solidFill>
              <a:latin typeface="Roboto"/>
              <a:ea typeface="Roboto"/>
              <a:cs typeface="Roboto"/>
              <a:sym typeface="Roboto"/>
            </a:endParaRPr>
          </a:p>
        </p:txBody>
      </p:sp>
      <p:sp>
        <p:nvSpPr>
          <p:cNvPr id="345" name="Google Shape;345;p18"/>
          <p:cNvSpPr/>
          <p:nvPr/>
        </p:nvSpPr>
        <p:spPr>
          <a:xfrm>
            <a:off x="5821875" y="2193950"/>
            <a:ext cx="2446500" cy="23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1" i="0" lang="pt-BR" sz="1238" u="none" cap="none" strike="noStrike">
                <a:solidFill>
                  <a:srgbClr val="F85400"/>
                </a:solidFill>
                <a:latin typeface="Roboto"/>
                <a:ea typeface="Roboto"/>
                <a:cs typeface="Roboto"/>
                <a:sym typeface="Roboto"/>
              </a:rPr>
              <a:t>Subtítulo de uma linha</a:t>
            </a:r>
            <a:endParaRPr b="1" i="0" sz="1238" u="none" cap="none" strike="noStrike">
              <a:solidFill>
                <a:srgbClr val="F85400"/>
              </a:solidFill>
              <a:latin typeface="Roboto"/>
              <a:ea typeface="Roboto"/>
              <a:cs typeface="Roboto"/>
              <a:sym typeface="Roboto"/>
            </a:endParaRPr>
          </a:p>
        </p:txBody>
      </p:sp>
      <p:sp>
        <p:nvSpPr>
          <p:cNvPr id="346" name="Google Shape;346;p18"/>
          <p:cNvSpPr/>
          <p:nvPr>
            <p:ph idx="2" type="pic"/>
          </p:nvPr>
        </p:nvSpPr>
        <p:spPr>
          <a:xfrm>
            <a:off x="1166825" y="1181100"/>
            <a:ext cx="4238700" cy="2667000"/>
          </a:xfrm>
          <a:prstGeom prst="rect">
            <a:avLst/>
          </a:prstGeom>
          <a:no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9"/>
          <p:cNvSpPr/>
          <p:nvPr>
            <p:ph idx="2" type="pic"/>
          </p:nvPr>
        </p:nvSpPr>
        <p:spPr>
          <a:xfrm>
            <a:off x="3715475" y="1181100"/>
            <a:ext cx="4238700" cy="2667000"/>
          </a:xfrm>
          <a:prstGeom prst="rect">
            <a:avLst/>
          </a:prstGeom>
          <a:noFill/>
          <a:ln>
            <a:noFill/>
          </a:ln>
        </p:spPr>
      </p:sp>
      <p:sp>
        <p:nvSpPr>
          <p:cNvPr id="352" name="Google Shape;352;p19"/>
          <p:cNvSpPr/>
          <p:nvPr/>
        </p:nvSpPr>
        <p:spPr>
          <a:xfrm>
            <a:off x="666225" y="1164725"/>
            <a:ext cx="2446500" cy="73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500" u="none" cap="none" strike="noStrike">
                <a:solidFill>
                  <a:schemeClr val="lt1"/>
                </a:solidFill>
                <a:latin typeface="Roboto Black"/>
                <a:ea typeface="Roboto Black"/>
                <a:cs typeface="Roboto Black"/>
                <a:sym typeface="Roboto Black"/>
              </a:rPr>
              <a:t>Título com até duas linhas</a:t>
            </a:r>
            <a:endParaRPr b="0" i="0" sz="2500" u="none" cap="none" strike="noStrike">
              <a:solidFill>
                <a:schemeClr val="lt1"/>
              </a:solidFill>
              <a:latin typeface="Roboto Black"/>
              <a:ea typeface="Roboto Black"/>
              <a:cs typeface="Roboto Black"/>
              <a:sym typeface="Roboto Black"/>
            </a:endParaRPr>
          </a:p>
        </p:txBody>
      </p:sp>
      <p:sp>
        <p:nvSpPr>
          <p:cNvPr id="353" name="Google Shape;353;p19"/>
          <p:cNvSpPr/>
          <p:nvPr/>
        </p:nvSpPr>
        <p:spPr>
          <a:xfrm>
            <a:off x="666225" y="2544775"/>
            <a:ext cx="2446500" cy="1225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42" u="none" cap="none" strike="noStrike">
                <a:solidFill>
                  <a:schemeClr val="lt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a:t>
            </a:r>
            <a:endParaRPr b="0" i="0" sz="1042" u="none" cap="none" strike="noStrike">
              <a:solidFill>
                <a:schemeClr val="lt1"/>
              </a:solidFill>
              <a:latin typeface="Roboto"/>
              <a:ea typeface="Roboto"/>
              <a:cs typeface="Roboto"/>
              <a:sym typeface="Roboto"/>
            </a:endParaRPr>
          </a:p>
        </p:txBody>
      </p:sp>
      <p:sp>
        <p:nvSpPr>
          <p:cNvPr id="354" name="Google Shape;354;p19"/>
          <p:cNvSpPr/>
          <p:nvPr/>
        </p:nvSpPr>
        <p:spPr>
          <a:xfrm>
            <a:off x="666225" y="2193950"/>
            <a:ext cx="2446500" cy="23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1" i="0" lang="pt-BR" sz="1238" u="none" cap="none" strike="noStrike">
                <a:solidFill>
                  <a:schemeClr val="lt1"/>
                </a:solidFill>
                <a:latin typeface="Roboto"/>
                <a:ea typeface="Roboto"/>
                <a:cs typeface="Roboto"/>
                <a:sym typeface="Roboto"/>
              </a:rPr>
              <a:t>Subtítulo de uma linha</a:t>
            </a:r>
            <a:endParaRPr b="1" i="0" sz="1238" u="none" cap="none" strike="noStrike">
              <a:solidFill>
                <a:schemeClr val="lt1"/>
              </a:solidFill>
              <a:latin typeface="Roboto"/>
              <a:ea typeface="Roboto"/>
              <a:cs typeface="Roboto"/>
              <a:sym typeface="Roboto"/>
            </a:endParaRPr>
          </a:p>
        </p:txBody>
      </p:sp>
      <p:sp>
        <p:nvSpPr>
          <p:cNvPr id="355" name="Google Shape;355;p19"/>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0"/>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
        <p:nvSpPr>
          <p:cNvPr id="361" name="Google Shape;361;p20"/>
          <p:cNvSpPr/>
          <p:nvPr/>
        </p:nvSpPr>
        <p:spPr>
          <a:xfrm>
            <a:off x="730025" y="1581813"/>
            <a:ext cx="3111900" cy="12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4000" u="none" cap="none" strike="noStrike">
                <a:solidFill>
                  <a:srgbClr val="FFFFFF"/>
                </a:solidFill>
                <a:latin typeface="Roboto Black"/>
                <a:ea typeface="Roboto Black"/>
                <a:cs typeface="Roboto Black"/>
                <a:sym typeface="Roboto Black"/>
              </a:rPr>
              <a:t>Título em destaque</a:t>
            </a:r>
            <a:endParaRPr b="0" i="0" sz="4000" u="none" cap="none" strike="noStrike">
              <a:solidFill>
                <a:srgbClr val="FFFFFF"/>
              </a:solidFill>
              <a:latin typeface="Roboto Black"/>
              <a:ea typeface="Roboto Black"/>
              <a:cs typeface="Roboto Black"/>
              <a:sym typeface="Roboto Black"/>
            </a:endParaRPr>
          </a:p>
        </p:txBody>
      </p:sp>
      <p:sp>
        <p:nvSpPr>
          <p:cNvPr id="362" name="Google Shape;362;p20"/>
          <p:cNvSpPr/>
          <p:nvPr/>
        </p:nvSpPr>
        <p:spPr>
          <a:xfrm>
            <a:off x="730025" y="3022288"/>
            <a:ext cx="2401800" cy="539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400" u="none" cap="none" strike="noStrike">
                <a:solidFill>
                  <a:srgbClr val="FFFFFF"/>
                </a:solidFill>
                <a:latin typeface="Roboto"/>
                <a:ea typeface="Roboto"/>
                <a:cs typeface="Roboto"/>
                <a:sym typeface="Roboto"/>
              </a:rPr>
              <a:t>Colocar subtítulo com no máximo duas linhas</a:t>
            </a:r>
            <a:endParaRPr b="0" i="0" sz="1400" u="none" cap="none" strike="noStrike">
              <a:solidFill>
                <a:srgbClr val="FFFFFF"/>
              </a:solidFill>
              <a:latin typeface="Roboto"/>
              <a:ea typeface="Roboto"/>
              <a:cs typeface="Roboto"/>
              <a:sym typeface="Roboto"/>
            </a:endParaRPr>
          </a:p>
        </p:txBody>
      </p:sp>
      <p:sp>
        <p:nvSpPr>
          <p:cNvPr id="363" name="Google Shape;363;p20"/>
          <p:cNvSpPr/>
          <p:nvPr/>
        </p:nvSpPr>
        <p:spPr>
          <a:xfrm>
            <a:off x="5038018" y="930857"/>
            <a:ext cx="1269900" cy="23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438" u="none" cap="none" strike="noStrike">
                <a:solidFill>
                  <a:srgbClr val="F85400"/>
                </a:solidFill>
                <a:latin typeface="Roboto Black"/>
                <a:ea typeface="Roboto Black"/>
                <a:cs typeface="Roboto Black"/>
                <a:sym typeface="Roboto Black"/>
              </a:rPr>
              <a:t>Título</a:t>
            </a:r>
            <a:endParaRPr b="0" i="0" sz="1438" u="none" cap="none" strike="noStrike">
              <a:solidFill>
                <a:srgbClr val="F85400"/>
              </a:solidFill>
              <a:latin typeface="Roboto Black"/>
              <a:ea typeface="Roboto Black"/>
              <a:cs typeface="Roboto Black"/>
              <a:sym typeface="Roboto Black"/>
            </a:endParaRPr>
          </a:p>
        </p:txBody>
      </p:sp>
      <p:sp>
        <p:nvSpPr>
          <p:cNvPr id="364" name="Google Shape;364;p20"/>
          <p:cNvSpPr/>
          <p:nvPr/>
        </p:nvSpPr>
        <p:spPr>
          <a:xfrm>
            <a:off x="5038025" y="1250200"/>
            <a:ext cx="3530400" cy="415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37" u="none" cap="none" strike="noStrike">
                <a:solidFill>
                  <a:srgbClr val="000000"/>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a:t>
            </a:r>
            <a:endParaRPr b="0" i="0" sz="837" u="none" cap="none" strike="noStrike">
              <a:solidFill>
                <a:srgbClr val="000000"/>
              </a:solidFill>
              <a:latin typeface="Roboto"/>
              <a:ea typeface="Roboto"/>
              <a:cs typeface="Roboto"/>
              <a:sym typeface="Roboto"/>
            </a:endParaRPr>
          </a:p>
        </p:txBody>
      </p:sp>
      <p:sp>
        <p:nvSpPr>
          <p:cNvPr id="365" name="Google Shape;365;p20"/>
          <p:cNvSpPr/>
          <p:nvPr/>
        </p:nvSpPr>
        <p:spPr>
          <a:xfrm>
            <a:off x="4143394" y="930849"/>
            <a:ext cx="740100" cy="7401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87300" lIns="87300" spcFirstLastPara="1" rIns="87300" wrap="square" tIns="87300">
            <a:noAutofit/>
          </a:bodyPr>
          <a:lstStyle/>
          <a:p>
            <a:pPr indent="0" lvl="0" marL="0" marR="0" rtl="0" algn="ctr">
              <a:lnSpc>
                <a:spcPct val="100000"/>
              </a:lnSpc>
              <a:spcBef>
                <a:spcPts val="0"/>
              </a:spcBef>
              <a:spcAft>
                <a:spcPts val="0"/>
              </a:spcAft>
              <a:buClr>
                <a:srgbClr val="000000"/>
              </a:buClr>
              <a:buSzPts val="1336"/>
              <a:buFont typeface="Arial"/>
              <a:buNone/>
            </a:pPr>
            <a:r>
              <a:t/>
            </a:r>
            <a:endParaRPr b="0" i="0" sz="1336" u="none" cap="none" strike="noStrike">
              <a:solidFill>
                <a:srgbClr val="000000"/>
              </a:solidFill>
              <a:latin typeface="Arial"/>
              <a:ea typeface="Arial"/>
              <a:cs typeface="Arial"/>
              <a:sym typeface="Arial"/>
            </a:endParaRPr>
          </a:p>
        </p:txBody>
      </p:sp>
      <p:sp>
        <p:nvSpPr>
          <p:cNvPr id="366" name="Google Shape;366;p20"/>
          <p:cNvSpPr/>
          <p:nvPr/>
        </p:nvSpPr>
        <p:spPr>
          <a:xfrm>
            <a:off x="5038018" y="2201707"/>
            <a:ext cx="1269900" cy="23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438" u="none" cap="none" strike="noStrike">
                <a:solidFill>
                  <a:srgbClr val="F85400"/>
                </a:solidFill>
                <a:latin typeface="Roboto Black"/>
                <a:ea typeface="Roboto Black"/>
                <a:cs typeface="Roboto Black"/>
                <a:sym typeface="Roboto Black"/>
              </a:rPr>
              <a:t>Título</a:t>
            </a:r>
            <a:endParaRPr b="0" i="0" sz="1438" u="none" cap="none" strike="noStrike">
              <a:solidFill>
                <a:srgbClr val="F85400"/>
              </a:solidFill>
              <a:latin typeface="Roboto Black"/>
              <a:ea typeface="Roboto Black"/>
              <a:cs typeface="Roboto Black"/>
              <a:sym typeface="Roboto Black"/>
            </a:endParaRPr>
          </a:p>
        </p:txBody>
      </p:sp>
      <p:sp>
        <p:nvSpPr>
          <p:cNvPr id="367" name="Google Shape;367;p20"/>
          <p:cNvSpPr/>
          <p:nvPr/>
        </p:nvSpPr>
        <p:spPr>
          <a:xfrm>
            <a:off x="5038025" y="2521050"/>
            <a:ext cx="3530400" cy="415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37" u="none" cap="none" strike="noStrike">
                <a:solidFill>
                  <a:srgbClr val="000000"/>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a:t>
            </a:r>
            <a:endParaRPr b="0" i="0" sz="837" u="none" cap="none" strike="noStrike">
              <a:solidFill>
                <a:srgbClr val="000000"/>
              </a:solidFill>
              <a:latin typeface="Roboto"/>
              <a:ea typeface="Roboto"/>
              <a:cs typeface="Roboto"/>
              <a:sym typeface="Roboto"/>
            </a:endParaRPr>
          </a:p>
        </p:txBody>
      </p:sp>
      <p:sp>
        <p:nvSpPr>
          <p:cNvPr id="368" name="Google Shape;368;p20"/>
          <p:cNvSpPr/>
          <p:nvPr/>
        </p:nvSpPr>
        <p:spPr>
          <a:xfrm>
            <a:off x="5038018" y="3472557"/>
            <a:ext cx="1269900" cy="23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438" u="none" cap="none" strike="noStrike">
                <a:solidFill>
                  <a:srgbClr val="F85400"/>
                </a:solidFill>
                <a:latin typeface="Roboto Black"/>
                <a:ea typeface="Roboto Black"/>
                <a:cs typeface="Roboto Black"/>
                <a:sym typeface="Roboto Black"/>
              </a:rPr>
              <a:t>Título</a:t>
            </a:r>
            <a:endParaRPr b="0" i="0" sz="1438" u="none" cap="none" strike="noStrike">
              <a:solidFill>
                <a:srgbClr val="F85400"/>
              </a:solidFill>
              <a:latin typeface="Roboto Black"/>
              <a:ea typeface="Roboto Black"/>
              <a:cs typeface="Roboto Black"/>
              <a:sym typeface="Roboto Black"/>
            </a:endParaRPr>
          </a:p>
        </p:txBody>
      </p:sp>
      <p:sp>
        <p:nvSpPr>
          <p:cNvPr id="369" name="Google Shape;369;p20"/>
          <p:cNvSpPr/>
          <p:nvPr/>
        </p:nvSpPr>
        <p:spPr>
          <a:xfrm>
            <a:off x="5038025" y="3791900"/>
            <a:ext cx="3530400" cy="415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37" u="none" cap="none" strike="noStrike">
                <a:solidFill>
                  <a:srgbClr val="000000"/>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a:t>
            </a:r>
            <a:endParaRPr b="0" i="0" sz="837" u="none" cap="none" strike="noStrike">
              <a:solidFill>
                <a:srgbClr val="000000"/>
              </a:solidFill>
              <a:latin typeface="Roboto"/>
              <a:ea typeface="Roboto"/>
              <a:cs typeface="Roboto"/>
              <a:sym typeface="Roboto"/>
            </a:endParaRPr>
          </a:p>
        </p:txBody>
      </p:sp>
      <p:pic>
        <p:nvPicPr>
          <p:cNvPr id="370" name="Google Shape;370;p20"/>
          <p:cNvPicPr preferRelativeResize="0"/>
          <p:nvPr/>
        </p:nvPicPr>
        <p:blipFill rotWithShape="1">
          <a:blip r:embed="rId3">
            <a:alphaModFix/>
          </a:blip>
          <a:srcRect b="0" l="0" r="0" t="0"/>
          <a:stretch/>
        </p:blipFill>
        <p:spPr>
          <a:xfrm>
            <a:off x="4392350" y="1139438"/>
            <a:ext cx="242200" cy="322926"/>
          </a:xfrm>
          <a:prstGeom prst="rect">
            <a:avLst/>
          </a:prstGeom>
          <a:noFill/>
          <a:ln>
            <a:noFill/>
          </a:ln>
        </p:spPr>
      </p:pic>
      <p:sp>
        <p:nvSpPr>
          <p:cNvPr id="371" name="Google Shape;371;p20"/>
          <p:cNvSpPr/>
          <p:nvPr/>
        </p:nvSpPr>
        <p:spPr>
          <a:xfrm>
            <a:off x="4143394" y="2201699"/>
            <a:ext cx="740100" cy="7401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87300" lIns="87300" spcFirstLastPara="1" rIns="87300" wrap="square" tIns="87300">
            <a:noAutofit/>
          </a:bodyPr>
          <a:lstStyle/>
          <a:p>
            <a:pPr indent="0" lvl="0" marL="0" marR="0" rtl="0" algn="ctr">
              <a:lnSpc>
                <a:spcPct val="100000"/>
              </a:lnSpc>
              <a:spcBef>
                <a:spcPts val="0"/>
              </a:spcBef>
              <a:spcAft>
                <a:spcPts val="0"/>
              </a:spcAft>
              <a:buClr>
                <a:srgbClr val="000000"/>
              </a:buClr>
              <a:buSzPts val="1336"/>
              <a:buFont typeface="Arial"/>
              <a:buNone/>
            </a:pPr>
            <a:r>
              <a:t/>
            </a:r>
            <a:endParaRPr b="0" i="0" sz="1336" u="none" cap="none" strike="noStrike">
              <a:solidFill>
                <a:srgbClr val="000000"/>
              </a:solidFill>
              <a:latin typeface="Arial"/>
              <a:ea typeface="Arial"/>
              <a:cs typeface="Arial"/>
              <a:sym typeface="Arial"/>
            </a:endParaRPr>
          </a:p>
        </p:txBody>
      </p:sp>
      <p:pic>
        <p:nvPicPr>
          <p:cNvPr id="372" name="Google Shape;372;p20"/>
          <p:cNvPicPr preferRelativeResize="0"/>
          <p:nvPr/>
        </p:nvPicPr>
        <p:blipFill rotWithShape="1">
          <a:blip r:embed="rId3">
            <a:alphaModFix/>
          </a:blip>
          <a:srcRect b="0" l="0" r="0" t="0"/>
          <a:stretch/>
        </p:blipFill>
        <p:spPr>
          <a:xfrm>
            <a:off x="4392350" y="2410288"/>
            <a:ext cx="242200" cy="322926"/>
          </a:xfrm>
          <a:prstGeom prst="rect">
            <a:avLst/>
          </a:prstGeom>
          <a:noFill/>
          <a:ln>
            <a:noFill/>
          </a:ln>
        </p:spPr>
      </p:pic>
      <p:sp>
        <p:nvSpPr>
          <p:cNvPr id="373" name="Google Shape;373;p20"/>
          <p:cNvSpPr/>
          <p:nvPr/>
        </p:nvSpPr>
        <p:spPr>
          <a:xfrm>
            <a:off x="4143394" y="3472549"/>
            <a:ext cx="740100" cy="7401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87300" lIns="87300" spcFirstLastPara="1" rIns="87300" wrap="square" tIns="87300">
            <a:noAutofit/>
          </a:bodyPr>
          <a:lstStyle/>
          <a:p>
            <a:pPr indent="0" lvl="0" marL="0" marR="0" rtl="0" algn="ctr">
              <a:lnSpc>
                <a:spcPct val="100000"/>
              </a:lnSpc>
              <a:spcBef>
                <a:spcPts val="0"/>
              </a:spcBef>
              <a:spcAft>
                <a:spcPts val="0"/>
              </a:spcAft>
              <a:buClr>
                <a:srgbClr val="000000"/>
              </a:buClr>
              <a:buSzPts val="1336"/>
              <a:buFont typeface="Arial"/>
              <a:buNone/>
            </a:pPr>
            <a:r>
              <a:t/>
            </a:r>
            <a:endParaRPr b="0" i="0" sz="1336" u="none" cap="none" strike="noStrike">
              <a:solidFill>
                <a:srgbClr val="000000"/>
              </a:solidFill>
              <a:latin typeface="Arial"/>
              <a:ea typeface="Arial"/>
              <a:cs typeface="Arial"/>
              <a:sym typeface="Arial"/>
            </a:endParaRPr>
          </a:p>
        </p:txBody>
      </p:sp>
      <p:pic>
        <p:nvPicPr>
          <p:cNvPr id="374" name="Google Shape;374;p20"/>
          <p:cNvPicPr preferRelativeResize="0"/>
          <p:nvPr/>
        </p:nvPicPr>
        <p:blipFill rotWithShape="1">
          <a:blip r:embed="rId3">
            <a:alphaModFix/>
          </a:blip>
          <a:srcRect b="0" l="0" r="0" t="0"/>
          <a:stretch/>
        </p:blipFill>
        <p:spPr>
          <a:xfrm>
            <a:off x="4392350" y="3681138"/>
            <a:ext cx="242200" cy="3229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1"/>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
        <p:nvSpPr>
          <p:cNvPr id="380" name="Google Shape;380;p21"/>
          <p:cNvSpPr/>
          <p:nvPr/>
        </p:nvSpPr>
        <p:spPr>
          <a:xfrm>
            <a:off x="639550" y="610825"/>
            <a:ext cx="3440100" cy="444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2500" u="none" cap="none" strike="noStrike">
                <a:solidFill>
                  <a:schemeClr val="lt1"/>
                </a:solidFill>
                <a:latin typeface="Roboto Black"/>
                <a:ea typeface="Roboto Black"/>
                <a:cs typeface="Roboto Black"/>
                <a:sym typeface="Roboto Black"/>
              </a:rPr>
              <a:t>Título de uma linha</a:t>
            </a:r>
            <a:endParaRPr b="0" i="0" sz="2500" u="none" cap="none" strike="noStrike">
              <a:solidFill>
                <a:schemeClr val="lt1"/>
              </a:solidFill>
              <a:latin typeface="Roboto Black"/>
              <a:ea typeface="Roboto Black"/>
              <a:cs typeface="Roboto Black"/>
              <a:sym typeface="Roboto Black"/>
            </a:endParaRPr>
          </a:p>
        </p:txBody>
      </p:sp>
      <p:sp>
        <p:nvSpPr>
          <p:cNvPr id="381" name="Google Shape;381;p21"/>
          <p:cNvSpPr/>
          <p:nvPr/>
        </p:nvSpPr>
        <p:spPr>
          <a:xfrm>
            <a:off x="639550" y="1112500"/>
            <a:ext cx="3440100" cy="23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238" u="none" cap="none" strike="noStrike">
                <a:solidFill>
                  <a:schemeClr val="lt1"/>
                </a:solidFill>
                <a:latin typeface="Roboto"/>
                <a:ea typeface="Roboto"/>
                <a:cs typeface="Roboto"/>
                <a:sym typeface="Roboto"/>
              </a:rPr>
              <a:t>Subtítulo de uma linha</a:t>
            </a:r>
            <a:endParaRPr b="0" i="0" sz="1238" u="none" cap="none" strike="noStrike">
              <a:solidFill>
                <a:schemeClr val="lt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2"/>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FFFFF"/>
                </a:solidFill>
                <a:latin typeface="Roboto"/>
                <a:ea typeface="Roboto"/>
                <a:cs typeface="Roboto"/>
                <a:sym typeface="Roboto"/>
              </a:rPr>
              <a:t>Colocar Área</a:t>
            </a:r>
            <a:endParaRPr b="1" i="1" sz="700" u="none" cap="none" strike="noStrike">
              <a:solidFill>
                <a:srgbClr val="FFFFFF"/>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3"/>
          <p:cNvSpPr/>
          <p:nvPr/>
        </p:nvSpPr>
        <p:spPr>
          <a:xfrm>
            <a:off x="729425" y="1304325"/>
            <a:ext cx="2103600" cy="73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200" u="none" cap="none" strike="noStrike">
                <a:solidFill>
                  <a:srgbClr val="F85400"/>
                </a:solidFill>
                <a:latin typeface="Roboto Black"/>
                <a:ea typeface="Roboto Black"/>
                <a:cs typeface="Roboto Black"/>
                <a:sym typeface="Roboto Black"/>
              </a:rPr>
              <a:t>Título com até duas linhas</a:t>
            </a:r>
            <a:endParaRPr b="0" i="0" sz="2200" u="none" cap="none" strike="noStrike">
              <a:solidFill>
                <a:srgbClr val="F85400"/>
              </a:solidFill>
              <a:latin typeface="Roboto Black"/>
              <a:ea typeface="Roboto Black"/>
              <a:cs typeface="Roboto Black"/>
              <a:sym typeface="Roboto Black"/>
            </a:endParaRPr>
          </a:p>
        </p:txBody>
      </p:sp>
      <p:sp>
        <p:nvSpPr>
          <p:cNvPr id="392" name="Google Shape;392;p23"/>
          <p:cNvSpPr/>
          <p:nvPr/>
        </p:nvSpPr>
        <p:spPr>
          <a:xfrm>
            <a:off x="729425" y="2669125"/>
            <a:ext cx="1821600" cy="1529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393" name="Google Shape;393;p23"/>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85400"/>
                </a:solidFill>
                <a:latin typeface="Roboto"/>
                <a:ea typeface="Roboto"/>
                <a:cs typeface="Roboto"/>
                <a:sym typeface="Roboto"/>
              </a:rPr>
              <a:t>Colocar Área</a:t>
            </a:r>
            <a:endParaRPr b="1" i="1" sz="700" u="none" cap="none" strike="noStrike">
              <a:solidFill>
                <a:srgbClr val="F85400"/>
              </a:solidFill>
              <a:latin typeface="Roboto"/>
              <a:ea typeface="Roboto"/>
              <a:cs typeface="Roboto"/>
              <a:sym typeface="Roboto"/>
            </a:endParaRPr>
          </a:p>
        </p:txBody>
      </p:sp>
      <p:sp>
        <p:nvSpPr>
          <p:cNvPr id="394" name="Google Shape;394;p23"/>
          <p:cNvSpPr/>
          <p:nvPr/>
        </p:nvSpPr>
        <p:spPr>
          <a:xfrm>
            <a:off x="6396099" y="1078175"/>
            <a:ext cx="2170200" cy="26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394"/>
              <a:buFont typeface="Noto Sans"/>
              <a:buNone/>
            </a:pPr>
            <a:r>
              <a:rPr b="0" i="0" lang="pt-BR" sz="1445" u="none" cap="none" strike="noStrike">
                <a:solidFill>
                  <a:srgbClr val="FF9000"/>
                </a:solidFill>
                <a:latin typeface="Roboto Black"/>
                <a:ea typeface="Roboto Black"/>
                <a:cs typeface="Roboto Black"/>
                <a:sym typeface="Roboto Black"/>
              </a:rPr>
              <a:t>Título</a:t>
            </a:r>
            <a:endParaRPr b="0" i="0" sz="1445" u="none" cap="none" strike="noStrike">
              <a:solidFill>
                <a:srgbClr val="FF9000"/>
              </a:solidFill>
              <a:latin typeface="Roboto Black"/>
              <a:ea typeface="Roboto Black"/>
              <a:cs typeface="Roboto Black"/>
              <a:sym typeface="Roboto Black"/>
            </a:endParaRPr>
          </a:p>
        </p:txBody>
      </p:sp>
      <p:sp>
        <p:nvSpPr>
          <p:cNvPr id="395" name="Google Shape;395;p23"/>
          <p:cNvSpPr/>
          <p:nvPr/>
        </p:nvSpPr>
        <p:spPr>
          <a:xfrm>
            <a:off x="6396100" y="1437223"/>
            <a:ext cx="2170200" cy="45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26" u="none" cap="none" strike="noStrike">
                <a:solidFill>
                  <a:srgbClr val="000000"/>
                </a:solidFill>
                <a:latin typeface="Roboto"/>
                <a:ea typeface="Roboto"/>
                <a:cs typeface="Roboto"/>
                <a:sym typeface="Roboto"/>
              </a:rPr>
              <a:t>Lorem ipsum dolor sit amet, consectetuer adipiscing elit, sed diam nonummy nibh euismod tincidunt ut laoreet dolore magna</a:t>
            </a:r>
            <a:endParaRPr b="0" i="0" sz="826" u="none" cap="none" strike="noStrike">
              <a:solidFill>
                <a:srgbClr val="000000"/>
              </a:solidFill>
              <a:latin typeface="Roboto"/>
              <a:ea typeface="Roboto"/>
              <a:cs typeface="Roboto"/>
              <a:sym typeface="Roboto"/>
            </a:endParaRPr>
          </a:p>
        </p:txBody>
      </p:sp>
      <p:sp>
        <p:nvSpPr>
          <p:cNvPr id="396" name="Google Shape;396;p23"/>
          <p:cNvSpPr/>
          <p:nvPr/>
        </p:nvSpPr>
        <p:spPr>
          <a:xfrm>
            <a:off x="729425" y="2378475"/>
            <a:ext cx="1743600" cy="14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1" i="0" lang="pt-BR" sz="1038" u="none" cap="none" strike="noStrike">
                <a:solidFill>
                  <a:srgbClr val="F85400"/>
                </a:solidFill>
                <a:latin typeface="Roboto"/>
                <a:ea typeface="Roboto"/>
                <a:cs typeface="Roboto"/>
                <a:sym typeface="Roboto"/>
              </a:rPr>
              <a:t>Subtítulo de uma linha</a:t>
            </a:r>
            <a:endParaRPr b="1" i="0" sz="1038" u="none" cap="none" strike="noStrike">
              <a:solidFill>
                <a:srgbClr val="F85400"/>
              </a:solidFill>
              <a:latin typeface="Roboto"/>
              <a:ea typeface="Roboto"/>
              <a:cs typeface="Roboto"/>
              <a:sym typeface="Roboto"/>
            </a:endParaRPr>
          </a:p>
        </p:txBody>
      </p:sp>
      <p:sp>
        <p:nvSpPr>
          <p:cNvPr id="397" name="Google Shape;397;p23"/>
          <p:cNvSpPr/>
          <p:nvPr/>
        </p:nvSpPr>
        <p:spPr>
          <a:xfrm>
            <a:off x="6396099" y="2162425"/>
            <a:ext cx="2170200" cy="26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394"/>
              <a:buFont typeface="Noto Sans"/>
              <a:buNone/>
            </a:pPr>
            <a:r>
              <a:rPr b="0" i="0" lang="pt-BR" sz="1445" u="none" cap="none" strike="noStrike">
                <a:solidFill>
                  <a:srgbClr val="FF9000"/>
                </a:solidFill>
                <a:latin typeface="Roboto Black"/>
                <a:ea typeface="Roboto Black"/>
                <a:cs typeface="Roboto Black"/>
                <a:sym typeface="Roboto Black"/>
              </a:rPr>
              <a:t>Título</a:t>
            </a:r>
            <a:endParaRPr b="0" i="0" sz="1445" u="none" cap="none" strike="noStrike">
              <a:solidFill>
                <a:srgbClr val="FF9000"/>
              </a:solidFill>
              <a:latin typeface="Roboto Black"/>
              <a:ea typeface="Roboto Black"/>
              <a:cs typeface="Roboto Black"/>
              <a:sym typeface="Roboto Black"/>
            </a:endParaRPr>
          </a:p>
        </p:txBody>
      </p:sp>
      <p:sp>
        <p:nvSpPr>
          <p:cNvPr id="398" name="Google Shape;398;p23"/>
          <p:cNvSpPr/>
          <p:nvPr/>
        </p:nvSpPr>
        <p:spPr>
          <a:xfrm>
            <a:off x="6396100" y="2521473"/>
            <a:ext cx="2170200" cy="45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26" u="none" cap="none" strike="noStrike">
                <a:solidFill>
                  <a:srgbClr val="000000"/>
                </a:solidFill>
                <a:latin typeface="Roboto"/>
                <a:ea typeface="Roboto"/>
                <a:cs typeface="Roboto"/>
                <a:sym typeface="Roboto"/>
              </a:rPr>
              <a:t>Lorem ipsum dolor sit amet, consectetuer adipiscing elit, sed diam nonummy nibh euismod tincidunt ut laoreet dolore magna</a:t>
            </a:r>
            <a:endParaRPr b="0" i="0" sz="826" u="none" cap="none" strike="noStrike">
              <a:solidFill>
                <a:srgbClr val="000000"/>
              </a:solidFill>
              <a:latin typeface="Roboto"/>
              <a:ea typeface="Roboto"/>
              <a:cs typeface="Roboto"/>
              <a:sym typeface="Roboto"/>
            </a:endParaRPr>
          </a:p>
        </p:txBody>
      </p:sp>
      <p:sp>
        <p:nvSpPr>
          <p:cNvPr id="399" name="Google Shape;399;p23"/>
          <p:cNvSpPr/>
          <p:nvPr/>
        </p:nvSpPr>
        <p:spPr>
          <a:xfrm>
            <a:off x="6396099" y="3246675"/>
            <a:ext cx="2170200" cy="26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394"/>
              <a:buFont typeface="Noto Sans"/>
              <a:buNone/>
            </a:pPr>
            <a:r>
              <a:rPr b="0" i="0" lang="pt-BR" sz="1445" u="none" cap="none" strike="noStrike">
                <a:solidFill>
                  <a:srgbClr val="FF9000"/>
                </a:solidFill>
                <a:latin typeface="Roboto Black"/>
                <a:ea typeface="Roboto Black"/>
                <a:cs typeface="Roboto Black"/>
                <a:sym typeface="Roboto Black"/>
              </a:rPr>
              <a:t>Título</a:t>
            </a:r>
            <a:endParaRPr b="0" i="0" sz="1445" u="none" cap="none" strike="noStrike">
              <a:solidFill>
                <a:srgbClr val="FF9000"/>
              </a:solidFill>
              <a:latin typeface="Roboto Black"/>
              <a:ea typeface="Roboto Black"/>
              <a:cs typeface="Roboto Black"/>
              <a:sym typeface="Roboto Black"/>
            </a:endParaRPr>
          </a:p>
        </p:txBody>
      </p:sp>
      <p:sp>
        <p:nvSpPr>
          <p:cNvPr id="400" name="Google Shape;400;p23"/>
          <p:cNvSpPr/>
          <p:nvPr/>
        </p:nvSpPr>
        <p:spPr>
          <a:xfrm>
            <a:off x="6396100" y="3605723"/>
            <a:ext cx="2170200" cy="45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26" u="none" cap="none" strike="noStrike">
                <a:solidFill>
                  <a:srgbClr val="000000"/>
                </a:solidFill>
                <a:latin typeface="Roboto"/>
                <a:ea typeface="Roboto"/>
                <a:cs typeface="Roboto"/>
                <a:sym typeface="Roboto"/>
              </a:rPr>
              <a:t>Lorem ipsum dolor sit amet, consectetuer adipiscing elit, sed diam nonummy nibh euismod tincidunt ut laoreet dolore magna</a:t>
            </a:r>
            <a:endParaRPr b="0" i="0" sz="826" u="none" cap="none" strike="noStrike">
              <a:solidFill>
                <a:srgbClr val="000000"/>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4"/>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85400"/>
                </a:solidFill>
                <a:latin typeface="Roboto"/>
                <a:ea typeface="Roboto"/>
                <a:cs typeface="Roboto"/>
                <a:sym typeface="Roboto"/>
              </a:rPr>
              <a:t>Colocar Área</a:t>
            </a:r>
            <a:endParaRPr b="1" i="1" sz="700" u="none" cap="none" strike="noStrike">
              <a:solidFill>
                <a:srgbClr val="F85400"/>
              </a:solidFill>
              <a:latin typeface="Roboto"/>
              <a:ea typeface="Roboto"/>
              <a:cs typeface="Roboto"/>
              <a:sym typeface="Roboto"/>
            </a:endParaRPr>
          </a:p>
        </p:txBody>
      </p:sp>
      <p:sp>
        <p:nvSpPr>
          <p:cNvPr id="406" name="Google Shape;406;p24"/>
          <p:cNvSpPr/>
          <p:nvPr/>
        </p:nvSpPr>
        <p:spPr>
          <a:xfrm>
            <a:off x="6396099" y="1078175"/>
            <a:ext cx="2170200" cy="26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394"/>
              <a:buFont typeface="Noto Sans"/>
              <a:buNone/>
            </a:pPr>
            <a:r>
              <a:rPr b="0" i="0" lang="pt-BR" sz="1445" u="none" cap="none" strike="noStrike">
                <a:solidFill>
                  <a:srgbClr val="FF9000"/>
                </a:solidFill>
                <a:latin typeface="Roboto Black"/>
                <a:ea typeface="Roboto Black"/>
                <a:cs typeface="Roboto Black"/>
                <a:sym typeface="Roboto Black"/>
              </a:rPr>
              <a:t>Título</a:t>
            </a:r>
            <a:endParaRPr b="0" i="0" sz="1445" u="none" cap="none" strike="noStrike">
              <a:solidFill>
                <a:srgbClr val="FF9000"/>
              </a:solidFill>
              <a:latin typeface="Roboto Black"/>
              <a:ea typeface="Roboto Black"/>
              <a:cs typeface="Roboto Black"/>
              <a:sym typeface="Roboto Black"/>
            </a:endParaRPr>
          </a:p>
        </p:txBody>
      </p:sp>
      <p:sp>
        <p:nvSpPr>
          <p:cNvPr id="407" name="Google Shape;407;p24"/>
          <p:cNvSpPr/>
          <p:nvPr/>
        </p:nvSpPr>
        <p:spPr>
          <a:xfrm>
            <a:off x="6396100" y="1437223"/>
            <a:ext cx="2170200" cy="45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26" u="none" cap="none" strike="noStrike">
                <a:solidFill>
                  <a:srgbClr val="000000"/>
                </a:solidFill>
                <a:latin typeface="Roboto"/>
                <a:ea typeface="Roboto"/>
                <a:cs typeface="Roboto"/>
                <a:sym typeface="Roboto"/>
              </a:rPr>
              <a:t>Lorem ipsum dolor sit amet, consectetuer adipiscing elit, sed diam nonummy nibh euismod tincidunt ut laoreet dolore magna</a:t>
            </a:r>
            <a:endParaRPr b="0" i="0" sz="826" u="none" cap="none" strike="noStrike">
              <a:solidFill>
                <a:srgbClr val="000000"/>
              </a:solidFill>
              <a:latin typeface="Roboto"/>
              <a:ea typeface="Roboto"/>
              <a:cs typeface="Roboto"/>
              <a:sym typeface="Roboto"/>
            </a:endParaRPr>
          </a:p>
        </p:txBody>
      </p:sp>
      <p:sp>
        <p:nvSpPr>
          <p:cNvPr id="408" name="Google Shape;408;p24"/>
          <p:cNvSpPr/>
          <p:nvPr/>
        </p:nvSpPr>
        <p:spPr>
          <a:xfrm>
            <a:off x="6396099" y="2162425"/>
            <a:ext cx="2170200" cy="26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394"/>
              <a:buFont typeface="Noto Sans"/>
              <a:buNone/>
            </a:pPr>
            <a:r>
              <a:rPr b="0" i="0" lang="pt-BR" sz="1445" u="none" cap="none" strike="noStrike">
                <a:solidFill>
                  <a:srgbClr val="FF9000"/>
                </a:solidFill>
                <a:latin typeface="Roboto Black"/>
                <a:ea typeface="Roboto Black"/>
                <a:cs typeface="Roboto Black"/>
                <a:sym typeface="Roboto Black"/>
              </a:rPr>
              <a:t>Título</a:t>
            </a:r>
            <a:endParaRPr b="0" i="0" sz="1445" u="none" cap="none" strike="noStrike">
              <a:solidFill>
                <a:srgbClr val="FF9000"/>
              </a:solidFill>
              <a:latin typeface="Roboto Black"/>
              <a:ea typeface="Roboto Black"/>
              <a:cs typeface="Roboto Black"/>
              <a:sym typeface="Roboto Black"/>
            </a:endParaRPr>
          </a:p>
        </p:txBody>
      </p:sp>
      <p:sp>
        <p:nvSpPr>
          <p:cNvPr id="409" name="Google Shape;409;p24"/>
          <p:cNvSpPr/>
          <p:nvPr/>
        </p:nvSpPr>
        <p:spPr>
          <a:xfrm>
            <a:off x="6396100" y="2521473"/>
            <a:ext cx="2170200" cy="45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26" u="none" cap="none" strike="noStrike">
                <a:solidFill>
                  <a:srgbClr val="000000"/>
                </a:solidFill>
                <a:latin typeface="Roboto"/>
                <a:ea typeface="Roboto"/>
                <a:cs typeface="Roboto"/>
                <a:sym typeface="Roboto"/>
              </a:rPr>
              <a:t>Lorem ipsum dolor sit amet, consectetuer adipiscing elit, sed diam nonummy nibh euismod tincidunt ut laoreet dolore magna</a:t>
            </a:r>
            <a:endParaRPr b="0" i="0" sz="826" u="none" cap="none" strike="noStrike">
              <a:solidFill>
                <a:srgbClr val="000000"/>
              </a:solidFill>
              <a:latin typeface="Roboto"/>
              <a:ea typeface="Roboto"/>
              <a:cs typeface="Roboto"/>
              <a:sym typeface="Roboto"/>
            </a:endParaRPr>
          </a:p>
        </p:txBody>
      </p:sp>
      <p:sp>
        <p:nvSpPr>
          <p:cNvPr id="410" name="Google Shape;410;p24"/>
          <p:cNvSpPr/>
          <p:nvPr/>
        </p:nvSpPr>
        <p:spPr>
          <a:xfrm>
            <a:off x="6396099" y="3246675"/>
            <a:ext cx="2170200" cy="26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394"/>
              <a:buFont typeface="Noto Sans"/>
              <a:buNone/>
            </a:pPr>
            <a:r>
              <a:rPr b="0" i="0" lang="pt-BR" sz="1445" u="none" cap="none" strike="noStrike">
                <a:solidFill>
                  <a:srgbClr val="FF9000"/>
                </a:solidFill>
                <a:latin typeface="Roboto Black"/>
                <a:ea typeface="Roboto Black"/>
                <a:cs typeface="Roboto Black"/>
                <a:sym typeface="Roboto Black"/>
              </a:rPr>
              <a:t>Título</a:t>
            </a:r>
            <a:endParaRPr b="0" i="0" sz="1445" u="none" cap="none" strike="noStrike">
              <a:solidFill>
                <a:srgbClr val="FF9000"/>
              </a:solidFill>
              <a:latin typeface="Roboto Black"/>
              <a:ea typeface="Roboto Black"/>
              <a:cs typeface="Roboto Black"/>
              <a:sym typeface="Roboto Black"/>
            </a:endParaRPr>
          </a:p>
        </p:txBody>
      </p:sp>
      <p:sp>
        <p:nvSpPr>
          <p:cNvPr id="411" name="Google Shape;411;p24"/>
          <p:cNvSpPr/>
          <p:nvPr/>
        </p:nvSpPr>
        <p:spPr>
          <a:xfrm>
            <a:off x="6396100" y="3605723"/>
            <a:ext cx="2170200" cy="45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26" u="none" cap="none" strike="noStrike">
                <a:solidFill>
                  <a:srgbClr val="000000"/>
                </a:solidFill>
                <a:latin typeface="Roboto"/>
                <a:ea typeface="Roboto"/>
                <a:cs typeface="Roboto"/>
                <a:sym typeface="Roboto"/>
              </a:rPr>
              <a:t>Lorem ipsum dolor sit amet, consectetuer adipiscing elit, sed diam nonummy nibh euismod tincidunt ut laoreet dolore magna</a:t>
            </a:r>
            <a:endParaRPr b="0" i="0" sz="826" u="none" cap="none" strike="noStrike">
              <a:solidFill>
                <a:srgbClr val="000000"/>
              </a:solidFill>
              <a:latin typeface="Roboto"/>
              <a:ea typeface="Roboto"/>
              <a:cs typeface="Roboto"/>
              <a:sym typeface="Roboto"/>
            </a:endParaRPr>
          </a:p>
        </p:txBody>
      </p:sp>
      <p:sp>
        <p:nvSpPr>
          <p:cNvPr id="412" name="Google Shape;412;p24"/>
          <p:cNvSpPr/>
          <p:nvPr/>
        </p:nvSpPr>
        <p:spPr>
          <a:xfrm>
            <a:off x="729425" y="1304325"/>
            <a:ext cx="2103600" cy="73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200" u="none" cap="none" strike="noStrike">
                <a:solidFill>
                  <a:srgbClr val="F85400"/>
                </a:solidFill>
                <a:latin typeface="Roboto Black"/>
                <a:ea typeface="Roboto Black"/>
                <a:cs typeface="Roboto Black"/>
                <a:sym typeface="Roboto Black"/>
              </a:rPr>
              <a:t>Título com até duas linhas</a:t>
            </a:r>
            <a:endParaRPr b="0" i="0" sz="2200" u="none" cap="none" strike="noStrike">
              <a:solidFill>
                <a:srgbClr val="F85400"/>
              </a:solidFill>
              <a:latin typeface="Roboto Black"/>
              <a:ea typeface="Roboto Black"/>
              <a:cs typeface="Roboto Black"/>
              <a:sym typeface="Roboto Black"/>
            </a:endParaRPr>
          </a:p>
        </p:txBody>
      </p:sp>
      <p:sp>
        <p:nvSpPr>
          <p:cNvPr id="413" name="Google Shape;413;p24"/>
          <p:cNvSpPr/>
          <p:nvPr/>
        </p:nvSpPr>
        <p:spPr>
          <a:xfrm>
            <a:off x="729425" y="2669125"/>
            <a:ext cx="1821600" cy="1529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414" name="Google Shape;414;p24"/>
          <p:cNvSpPr/>
          <p:nvPr/>
        </p:nvSpPr>
        <p:spPr>
          <a:xfrm>
            <a:off x="729425" y="2378475"/>
            <a:ext cx="1743600" cy="14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1" i="0" lang="pt-BR" sz="1038" u="none" cap="none" strike="noStrike">
                <a:solidFill>
                  <a:srgbClr val="F85400"/>
                </a:solidFill>
                <a:latin typeface="Roboto"/>
                <a:ea typeface="Roboto"/>
                <a:cs typeface="Roboto"/>
                <a:sym typeface="Roboto"/>
              </a:rPr>
              <a:t>Subtítulo de uma linha</a:t>
            </a:r>
            <a:endParaRPr b="1" i="0" sz="1038" u="none" cap="none" strike="noStrike">
              <a:solidFill>
                <a:srgbClr val="F85400"/>
              </a:solidFill>
              <a:latin typeface="Roboto"/>
              <a:ea typeface="Roboto"/>
              <a:cs typeface="Roboto"/>
              <a:sym typeface="Roboto"/>
            </a:endParaRPr>
          </a:p>
        </p:txBody>
      </p:sp>
      <p:sp>
        <p:nvSpPr>
          <p:cNvPr id="415" name="Google Shape;415;p24"/>
          <p:cNvSpPr/>
          <p:nvPr>
            <p:ph idx="2" type="pic"/>
          </p:nvPr>
        </p:nvSpPr>
        <p:spPr>
          <a:xfrm>
            <a:off x="3633800" y="569125"/>
            <a:ext cx="1895400" cy="4083900"/>
          </a:xfrm>
          <a:prstGeom prst="roundRect">
            <a:avLst>
              <a:gd fmla="val 16667" name="adj"/>
            </a:avLst>
          </a:prstGeom>
          <a:no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5"/>
          <p:cNvSpPr/>
          <p:nvPr/>
        </p:nvSpPr>
        <p:spPr>
          <a:xfrm rot="-5400000">
            <a:off x="-1672350" y="2335201"/>
            <a:ext cx="4215300" cy="4731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200" u="none" cap="none" strike="noStrike">
                <a:solidFill>
                  <a:schemeClr val="lt1"/>
                </a:solidFill>
                <a:latin typeface="Roboto Black"/>
                <a:ea typeface="Roboto Black"/>
                <a:cs typeface="Roboto Black"/>
                <a:sym typeface="Roboto Black"/>
              </a:rPr>
              <a:t>Indicadores do Mês</a:t>
            </a:r>
            <a:endParaRPr b="0" i="0" sz="2200" u="none" cap="none" strike="noStrike">
              <a:solidFill>
                <a:schemeClr val="lt1"/>
              </a:solidFill>
              <a:latin typeface="Roboto Black"/>
              <a:ea typeface="Roboto Black"/>
              <a:cs typeface="Roboto Black"/>
              <a:sym typeface="Roboto Black"/>
            </a:endParaRPr>
          </a:p>
        </p:txBody>
      </p:sp>
      <p:grpSp>
        <p:nvGrpSpPr>
          <p:cNvPr id="421" name="Google Shape;421;p25"/>
          <p:cNvGrpSpPr/>
          <p:nvPr/>
        </p:nvGrpSpPr>
        <p:grpSpPr>
          <a:xfrm>
            <a:off x="1498475" y="650100"/>
            <a:ext cx="3258900" cy="1467000"/>
            <a:chOff x="1436925" y="371325"/>
            <a:chExt cx="3258900" cy="1467000"/>
          </a:xfrm>
        </p:grpSpPr>
        <p:sp>
          <p:nvSpPr>
            <p:cNvPr id="422" name="Google Shape;422;p25"/>
            <p:cNvSpPr/>
            <p:nvPr/>
          </p:nvSpPr>
          <p:spPr>
            <a:xfrm>
              <a:off x="1436925" y="371325"/>
              <a:ext cx="3258900" cy="1467000"/>
            </a:xfrm>
            <a:prstGeom prst="roundRect">
              <a:avLst>
                <a:gd fmla="val 14657"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23" name="Google Shape;423;p25"/>
            <p:cNvSpPr/>
            <p:nvPr/>
          </p:nvSpPr>
          <p:spPr>
            <a:xfrm>
              <a:off x="1436948" y="371325"/>
              <a:ext cx="1375200" cy="1467000"/>
            </a:xfrm>
            <a:prstGeom prst="roundRect">
              <a:avLst>
                <a:gd fmla="val 14657" name="adj"/>
              </a:avLst>
            </a:prstGeom>
            <a:solidFill>
              <a:srgbClr val="FF90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24" name="Google Shape;424;p25"/>
            <p:cNvSpPr/>
            <p:nvPr/>
          </p:nvSpPr>
          <p:spPr>
            <a:xfrm>
              <a:off x="1646500" y="669525"/>
              <a:ext cx="956100" cy="87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1600" u="none" cap="none" strike="noStrike">
                  <a:solidFill>
                    <a:srgbClr val="FFFFFF"/>
                  </a:solidFill>
                  <a:latin typeface="Roboto Black"/>
                  <a:ea typeface="Roboto Black"/>
                  <a:cs typeface="Roboto Black"/>
                  <a:sym typeface="Roboto Black"/>
                </a:rPr>
                <a:t>Receita Bruta</a:t>
              </a:r>
              <a:endParaRPr b="0" i="0" sz="1600" u="none" cap="none" strike="noStrike">
                <a:solidFill>
                  <a:srgbClr val="000000"/>
                </a:solidFill>
                <a:latin typeface="Roboto Black"/>
                <a:ea typeface="Roboto Black"/>
                <a:cs typeface="Roboto Black"/>
                <a:sym typeface="Roboto Black"/>
              </a:endParaRPr>
            </a:p>
          </p:txBody>
        </p:sp>
        <p:sp>
          <p:nvSpPr>
            <p:cNvPr id="425" name="Google Shape;425;p25"/>
            <p:cNvSpPr txBox="1"/>
            <p:nvPr/>
          </p:nvSpPr>
          <p:spPr>
            <a:xfrm>
              <a:off x="2913950" y="669513"/>
              <a:ext cx="1619700" cy="388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F85400"/>
                  </a:solidFill>
                  <a:latin typeface="Roboto Black"/>
                  <a:ea typeface="Roboto Black"/>
                  <a:cs typeface="Roboto Black"/>
                  <a:sym typeface="Roboto Black"/>
                </a:rPr>
                <a:t>R$ XX</a:t>
              </a:r>
              <a:endParaRPr b="0" i="0" sz="2500" u="none" cap="none" strike="noStrike">
                <a:solidFill>
                  <a:srgbClr val="F85400"/>
                </a:solidFill>
                <a:latin typeface="Roboto Black"/>
                <a:ea typeface="Roboto Black"/>
                <a:cs typeface="Roboto Black"/>
                <a:sym typeface="Roboto Black"/>
              </a:endParaRPr>
            </a:p>
          </p:txBody>
        </p:sp>
        <p:sp>
          <p:nvSpPr>
            <p:cNvPr id="426" name="Google Shape;426;p25"/>
            <p:cNvSpPr txBox="1"/>
            <p:nvPr/>
          </p:nvSpPr>
          <p:spPr>
            <a:xfrm>
              <a:off x="2913950" y="1153475"/>
              <a:ext cx="1619700" cy="453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pt-BR" sz="1200" u="none" cap="none" strike="noStrike">
                  <a:solidFill>
                    <a:schemeClr val="dk1"/>
                  </a:solidFill>
                  <a:latin typeface="Roboto"/>
                  <a:ea typeface="Roboto"/>
                  <a:cs typeface="Roboto"/>
                  <a:sym typeface="Roboto"/>
                </a:rPr>
                <a:t>MoM:</a:t>
              </a:r>
              <a:r>
                <a:rPr b="0" i="0" lang="pt-BR" sz="1200" u="none" cap="none" strike="noStrike">
                  <a:solidFill>
                    <a:srgbClr val="34A853"/>
                  </a:solidFill>
                  <a:latin typeface="Roboto"/>
                  <a:ea typeface="Roboto"/>
                  <a:cs typeface="Roboto"/>
                  <a:sym typeface="Roboto"/>
                </a:rPr>
                <a:t> </a:t>
              </a:r>
              <a:r>
                <a:rPr b="1" i="0" lang="pt-BR" sz="1200" u="none" cap="none" strike="noStrike">
                  <a:solidFill>
                    <a:srgbClr val="E90C0C"/>
                  </a:solidFill>
                  <a:latin typeface="Roboto"/>
                  <a:ea typeface="Roboto"/>
                  <a:cs typeface="Roboto"/>
                  <a:sym typeface="Roboto"/>
                </a:rPr>
                <a:t>X%</a:t>
              </a:r>
              <a:endParaRPr b="1" i="0" sz="1200" u="none" cap="none" strike="noStrike">
                <a:solidFill>
                  <a:srgbClr val="434343"/>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1200"/>
                <a:buFont typeface="Arial"/>
                <a:buNone/>
              </a:pPr>
              <a:r>
                <a:rPr b="0" i="0" lang="pt-BR" sz="1200" u="none" cap="none" strike="noStrike">
                  <a:solidFill>
                    <a:schemeClr val="dk1"/>
                  </a:solidFill>
                  <a:latin typeface="Roboto"/>
                  <a:ea typeface="Roboto"/>
                  <a:cs typeface="Roboto"/>
                  <a:sym typeface="Roboto"/>
                </a:rPr>
                <a:t>YoY:</a:t>
              </a:r>
              <a:r>
                <a:rPr b="0" i="0" lang="pt-BR" sz="1200" u="none" cap="none" strike="noStrike">
                  <a:solidFill>
                    <a:srgbClr val="34A853"/>
                  </a:solidFill>
                  <a:latin typeface="Roboto"/>
                  <a:ea typeface="Roboto"/>
                  <a:cs typeface="Roboto"/>
                  <a:sym typeface="Roboto"/>
                </a:rPr>
                <a:t> </a:t>
              </a:r>
              <a:r>
                <a:rPr b="1" i="0" lang="pt-BR" sz="1200" u="none" cap="none" strike="noStrike">
                  <a:solidFill>
                    <a:srgbClr val="34A853"/>
                  </a:solidFill>
                  <a:latin typeface="Roboto"/>
                  <a:ea typeface="Roboto"/>
                  <a:cs typeface="Roboto"/>
                  <a:sym typeface="Roboto"/>
                </a:rPr>
                <a:t>X%</a:t>
              </a:r>
              <a:endParaRPr b="1" i="0" sz="1200" u="none" cap="none" strike="noStrike">
                <a:solidFill>
                  <a:srgbClr val="000000"/>
                </a:solidFill>
                <a:latin typeface="Roboto"/>
                <a:ea typeface="Roboto"/>
                <a:cs typeface="Roboto"/>
                <a:sym typeface="Roboto"/>
              </a:endParaRPr>
            </a:p>
          </p:txBody>
        </p:sp>
      </p:grpSp>
      <p:grpSp>
        <p:nvGrpSpPr>
          <p:cNvPr id="427" name="Google Shape;427;p25"/>
          <p:cNvGrpSpPr/>
          <p:nvPr/>
        </p:nvGrpSpPr>
        <p:grpSpPr>
          <a:xfrm>
            <a:off x="5070350" y="650100"/>
            <a:ext cx="3258900" cy="1467000"/>
            <a:chOff x="5008800" y="371325"/>
            <a:chExt cx="3258900" cy="1467000"/>
          </a:xfrm>
        </p:grpSpPr>
        <p:sp>
          <p:nvSpPr>
            <p:cNvPr id="428" name="Google Shape;428;p25"/>
            <p:cNvSpPr/>
            <p:nvPr/>
          </p:nvSpPr>
          <p:spPr>
            <a:xfrm>
              <a:off x="5008800" y="371325"/>
              <a:ext cx="3258900" cy="1467000"/>
            </a:xfrm>
            <a:prstGeom prst="roundRect">
              <a:avLst>
                <a:gd fmla="val 14657"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29" name="Google Shape;429;p25"/>
            <p:cNvSpPr/>
            <p:nvPr/>
          </p:nvSpPr>
          <p:spPr>
            <a:xfrm>
              <a:off x="5008823" y="371325"/>
              <a:ext cx="1375200" cy="1467000"/>
            </a:xfrm>
            <a:prstGeom prst="roundRect">
              <a:avLst>
                <a:gd fmla="val 14657" name="adj"/>
              </a:avLst>
            </a:prstGeom>
            <a:solidFill>
              <a:srgbClr val="F854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30" name="Google Shape;430;p25"/>
            <p:cNvSpPr/>
            <p:nvPr/>
          </p:nvSpPr>
          <p:spPr>
            <a:xfrm>
              <a:off x="5190925" y="669525"/>
              <a:ext cx="1011000" cy="87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1600" u="none" cap="none" strike="noStrike">
                  <a:solidFill>
                    <a:srgbClr val="FFFFFF"/>
                  </a:solidFill>
                  <a:latin typeface="Roboto Black"/>
                  <a:ea typeface="Roboto Black"/>
                  <a:cs typeface="Roboto Black"/>
                  <a:sym typeface="Roboto Black"/>
                </a:rPr>
                <a:t>Resultado de Caixa</a:t>
              </a:r>
              <a:endParaRPr b="0" i="0" sz="1600" u="none" cap="none" strike="noStrike">
                <a:solidFill>
                  <a:srgbClr val="000000"/>
                </a:solidFill>
                <a:latin typeface="Roboto Black"/>
                <a:ea typeface="Roboto Black"/>
                <a:cs typeface="Roboto Black"/>
                <a:sym typeface="Roboto Black"/>
              </a:endParaRPr>
            </a:p>
          </p:txBody>
        </p:sp>
        <p:sp>
          <p:nvSpPr>
            <p:cNvPr id="431" name="Google Shape;431;p25"/>
            <p:cNvSpPr txBox="1"/>
            <p:nvPr/>
          </p:nvSpPr>
          <p:spPr>
            <a:xfrm>
              <a:off x="6485825" y="910563"/>
              <a:ext cx="1619700" cy="388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F85400"/>
                  </a:solidFill>
                  <a:latin typeface="Roboto Black"/>
                  <a:ea typeface="Roboto Black"/>
                  <a:cs typeface="Roboto Black"/>
                  <a:sym typeface="Roboto Black"/>
                </a:rPr>
                <a:t>R$ XX</a:t>
              </a:r>
              <a:endParaRPr b="0" i="0" sz="2500" u="none" cap="none" strike="noStrike">
                <a:solidFill>
                  <a:srgbClr val="F85400"/>
                </a:solidFill>
                <a:latin typeface="Roboto Black"/>
                <a:ea typeface="Roboto Black"/>
                <a:cs typeface="Roboto Black"/>
                <a:sym typeface="Roboto Black"/>
              </a:endParaRPr>
            </a:p>
          </p:txBody>
        </p:sp>
      </p:grpSp>
      <p:sp>
        <p:nvSpPr>
          <p:cNvPr id="432" name="Google Shape;432;p25"/>
          <p:cNvSpPr/>
          <p:nvPr/>
        </p:nvSpPr>
        <p:spPr>
          <a:xfrm>
            <a:off x="5252470" y="2225597"/>
            <a:ext cx="2250600" cy="170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729" u="none" cap="none" strike="noStrike">
                <a:solidFill>
                  <a:srgbClr val="000000"/>
                </a:solidFill>
                <a:latin typeface="Roboto"/>
                <a:ea typeface="Roboto"/>
                <a:cs typeface="Roboto"/>
                <a:sym typeface="Roboto"/>
              </a:rPr>
              <a:t>Anotações e observações, se necessário.</a:t>
            </a:r>
            <a:endParaRPr b="0" i="0" sz="729" u="none" cap="none" strike="noStrike">
              <a:solidFill>
                <a:srgbClr val="000000"/>
              </a:solidFill>
              <a:latin typeface="Roboto"/>
              <a:ea typeface="Roboto"/>
              <a:cs typeface="Roboto"/>
              <a:sym typeface="Roboto"/>
            </a:endParaRPr>
          </a:p>
        </p:txBody>
      </p:sp>
      <p:grpSp>
        <p:nvGrpSpPr>
          <p:cNvPr id="433" name="Google Shape;433;p25"/>
          <p:cNvGrpSpPr/>
          <p:nvPr/>
        </p:nvGrpSpPr>
        <p:grpSpPr>
          <a:xfrm>
            <a:off x="1498400" y="2739900"/>
            <a:ext cx="6830800" cy="1753500"/>
            <a:chOff x="1498400" y="2739900"/>
            <a:chExt cx="6830800" cy="1753500"/>
          </a:xfrm>
        </p:grpSpPr>
        <p:grpSp>
          <p:nvGrpSpPr>
            <p:cNvPr id="434" name="Google Shape;434;p25"/>
            <p:cNvGrpSpPr/>
            <p:nvPr/>
          </p:nvGrpSpPr>
          <p:grpSpPr>
            <a:xfrm>
              <a:off x="1498400" y="2739900"/>
              <a:ext cx="6830800" cy="1753500"/>
              <a:chOff x="1498400" y="2739900"/>
              <a:chExt cx="6830800" cy="1753500"/>
            </a:xfrm>
          </p:grpSpPr>
          <p:sp>
            <p:nvSpPr>
              <p:cNvPr id="435" name="Google Shape;435;p25"/>
              <p:cNvSpPr/>
              <p:nvPr/>
            </p:nvSpPr>
            <p:spPr>
              <a:xfrm>
                <a:off x="1498500" y="2739900"/>
                <a:ext cx="6830700" cy="1753500"/>
              </a:xfrm>
              <a:prstGeom prst="roundRect">
                <a:avLst>
                  <a:gd fmla="val 12999"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36" name="Google Shape;436;p25"/>
              <p:cNvSpPr/>
              <p:nvPr/>
            </p:nvSpPr>
            <p:spPr>
              <a:xfrm>
                <a:off x="1498500" y="2739900"/>
                <a:ext cx="6830700" cy="501300"/>
              </a:xfrm>
              <a:prstGeom prst="roundRect">
                <a:avLst>
                  <a:gd fmla="val 43966" name="adj"/>
                </a:avLst>
              </a:prstGeom>
              <a:gradFill>
                <a:gsLst>
                  <a:gs pos="0">
                    <a:srgbClr val="F85400"/>
                  </a:gs>
                  <a:gs pos="100000">
                    <a:srgbClr val="FF9000"/>
                  </a:gs>
                </a:gsLst>
                <a:path path="circle">
                  <a:fillToRect b="0%" l="100%" r="0%" t="100%"/>
                </a:path>
                <a:tileRect b="-100%" l="0%" r="-100%" t="0%"/>
              </a:gra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37" name="Google Shape;437;p25"/>
              <p:cNvSpPr/>
              <p:nvPr/>
            </p:nvSpPr>
            <p:spPr>
              <a:xfrm>
                <a:off x="1498500" y="2951950"/>
                <a:ext cx="6830700" cy="288300"/>
              </a:xfrm>
              <a:prstGeom prst="roundRect">
                <a:avLst>
                  <a:gd fmla="val 0" name="adj"/>
                </a:avLst>
              </a:prstGeom>
              <a:gradFill>
                <a:gsLst>
                  <a:gs pos="0">
                    <a:srgbClr val="F85400"/>
                  </a:gs>
                  <a:gs pos="100000">
                    <a:srgbClr val="FF9000"/>
                  </a:gs>
                </a:gsLst>
                <a:path path="circle">
                  <a:fillToRect b="0%" l="100%" r="0%" t="100%"/>
                </a:path>
                <a:tileRect b="-100%" l="0%" r="-100%" t="0%"/>
              </a:gra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38" name="Google Shape;438;p25"/>
              <p:cNvSpPr/>
              <p:nvPr/>
            </p:nvSpPr>
            <p:spPr>
              <a:xfrm>
                <a:off x="1498400" y="3629650"/>
                <a:ext cx="6830700" cy="465900"/>
              </a:xfrm>
              <a:prstGeom prst="roundRect">
                <a:avLst>
                  <a:gd fmla="val 0" name="adj"/>
                </a:avLst>
              </a:prstGeom>
              <a:solidFill>
                <a:srgbClr val="F7F7F7"/>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39" name="Google Shape;439;p25"/>
              <p:cNvSpPr/>
              <p:nvPr/>
            </p:nvSpPr>
            <p:spPr>
              <a:xfrm>
                <a:off x="1498500" y="3217200"/>
                <a:ext cx="6830700" cy="412500"/>
              </a:xfrm>
              <a:prstGeom prst="roundRect">
                <a:avLst>
                  <a:gd fmla="val 0" name="adj"/>
                </a:avLst>
              </a:prstGeom>
              <a:solidFill>
                <a:srgbClr val="F854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grpSp>
        <p:sp>
          <p:nvSpPr>
            <p:cNvPr id="440" name="Google Shape;440;p25"/>
            <p:cNvSpPr/>
            <p:nvPr/>
          </p:nvSpPr>
          <p:spPr>
            <a:xfrm>
              <a:off x="3858000" y="2751300"/>
              <a:ext cx="2111700" cy="46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2000" u="none" cap="none" strike="noStrike">
                  <a:solidFill>
                    <a:srgbClr val="FFFFFF"/>
                  </a:solidFill>
                  <a:latin typeface="Roboto Black"/>
                  <a:ea typeface="Roboto Black"/>
                  <a:cs typeface="Roboto Black"/>
                  <a:sym typeface="Roboto Black"/>
                </a:rPr>
                <a:t>GMV</a:t>
              </a:r>
              <a:endParaRPr b="0" i="0" sz="2000" u="none" cap="none" strike="noStrike">
                <a:solidFill>
                  <a:srgbClr val="000000"/>
                </a:solidFill>
                <a:latin typeface="Roboto Black"/>
                <a:ea typeface="Roboto Black"/>
                <a:cs typeface="Roboto Black"/>
                <a:sym typeface="Roboto Black"/>
              </a:endParaRPr>
            </a:p>
          </p:txBody>
        </p:sp>
        <p:sp>
          <p:nvSpPr>
            <p:cNvPr id="441" name="Google Shape;441;p25"/>
            <p:cNvSpPr/>
            <p:nvPr/>
          </p:nvSpPr>
          <p:spPr>
            <a:xfrm>
              <a:off x="2211900" y="3217175"/>
              <a:ext cx="1988700" cy="41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1600" u="none" cap="none" strike="noStrike">
                  <a:solidFill>
                    <a:srgbClr val="FFFFFF"/>
                  </a:solidFill>
                  <a:latin typeface="Roboto SemiBold"/>
                  <a:ea typeface="Roboto SemiBold"/>
                  <a:cs typeface="Roboto SemiBold"/>
                  <a:sym typeface="Roboto SemiBold"/>
                </a:rPr>
                <a:t>Meta</a:t>
              </a:r>
              <a:endParaRPr b="0" i="0" sz="1600" u="none" cap="none" strike="noStrike">
                <a:solidFill>
                  <a:srgbClr val="000000"/>
                </a:solidFill>
                <a:latin typeface="Roboto SemiBold"/>
                <a:ea typeface="Roboto SemiBold"/>
                <a:cs typeface="Roboto SemiBold"/>
                <a:sym typeface="Roboto SemiBold"/>
              </a:endParaRPr>
            </a:p>
          </p:txBody>
        </p:sp>
        <p:sp>
          <p:nvSpPr>
            <p:cNvPr id="442" name="Google Shape;442;p25"/>
            <p:cNvSpPr/>
            <p:nvPr/>
          </p:nvSpPr>
          <p:spPr>
            <a:xfrm>
              <a:off x="5627250" y="3217175"/>
              <a:ext cx="1988700" cy="41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1600" u="none" cap="none" strike="noStrike">
                  <a:solidFill>
                    <a:srgbClr val="FFFFFF"/>
                  </a:solidFill>
                  <a:latin typeface="Roboto SemiBold"/>
                  <a:ea typeface="Roboto SemiBold"/>
                  <a:cs typeface="Roboto SemiBold"/>
                  <a:sym typeface="Roboto SemiBold"/>
                </a:rPr>
                <a:t>Realizado</a:t>
              </a:r>
              <a:endParaRPr b="0" i="0" sz="1600" u="none" cap="none" strike="noStrike">
                <a:solidFill>
                  <a:srgbClr val="000000"/>
                </a:solidFill>
                <a:latin typeface="Roboto SemiBold"/>
                <a:ea typeface="Roboto SemiBold"/>
                <a:cs typeface="Roboto SemiBold"/>
                <a:sym typeface="Roboto SemiBold"/>
              </a:endParaRPr>
            </a:p>
          </p:txBody>
        </p:sp>
        <p:sp>
          <p:nvSpPr>
            <p:cNvPr id="443" name="Google Shape;443;p25"/>
            <p:cNvSpPr txBox="1"/>
            <p:nvPr/>
          </p:nvSpPr>
          <p:spPr>
            <a:xfrm>
              <a:off x="2315850" y="3737698"/>
              <a:ext cx="1780800" cy="28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FF9000"/>
                  </a:solidFill>
                  <a:latin typeface="Roboto Black"/>
                  <a:ea typeface="Roboto Black"/>
                  <a:cs typeface="Roboto Black"/>
                  <a:sym typeface="Roboto Black"/>
                </a:rPr>
                <a:t>R$ XX</a:t>
              </a:r>
              <a:endParaRPr b="0" i="0" sz="1600" u="none" cap="none" strike="noStrike">
                <a:solidFill>
                  <a:srgbClr val="FF9000"/>
                </a:solidFill>
                <a:latin typeface="Roboto Black"/>
                <a:ea typeface="Roboto Black"/>
                <a:cs typeface="Roboto Black"/>
                <a:sym typeface="Roboto Black"/>
              </a:endParaRPr>
            </a:p>
          </p:txBody>
        </p:sp>
        <p:sp>
          <p:nvSpPr>
            <p:cNvPr id="444" name="Google Shape;444;p25"/>
            <p:cNvSpPr txBox="1"/>
            <p:nvPr/>
          </p:nvSpPr>
          <p:spPr>
            <a:xfrm>
              <a:off x="2192275" y="4162200"/>
              <a:ext cx="2043900" cy="288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1" i="0" lang="pt-BR" sz="1200" u="none" cap="none" strike="noStrike">
                  <a:solidFill>
                    <a:srgbClr val="E90C0C"/>
                  </a:solidFill>
                  <a:latin typeface="Roboto"/>
                  <a:ea typeface="Roboto"/>
                  <a:cs typeface="Roboto"/>
                  <a:sym typeface="Roboto"/>
                </a:rPr>
                <a:t>X%</a:t>
              </a:r>
              <a:r>
                <a:rPr b="0" i="0" lang="pt-BR" sz="1200" u="none" cap="none" strike="noStrike">
                  <a:solidFill>
                    <a:srgbClr val="434343"/>
                  </a:solidFill>
                  <a:latin typeface="Roboto"/>
                  <a:ea typeface="Roboto"/>
                  <a:cs typeface="Roboto"/>
                  <a:sym typeface="Roboto"/>
                </a:rPr>
                <a:t> </a:t>
              </a:r>
              <a:r>
                <a:rPr b="0" i="0" lang="pt-BR" sz="1200" u="none" cap="none" strike="noStrike">
                  <a:solidFill>
                    <a:schemeClr val="dk1"/>
                  </a:solidFill>
                  <a:latin typeface="Roboto"/>
                  <a:ea typeface="Roboto"/>
                  <a:cs typeface="Roboto"/>
                  <a:sym typeface="Roboto"/>
                </a:rPr>
                <a:t>da meta</a:t>
              </a:r>
              <a:endParaRPr b="0" i="0" sz="1200" u="none" cap="none" strike="noStrike">
                <a:solidFill>
                  <a:schemeClr val="dk1"/>
                </a:solidFill>
                <a:latin typeface="Roboto"/>
                <a:ea typeface="Roboto"/>
                <a:cs typeface="Roboto"/>
                <a:sym typeface="Roboto"/>
              </a:endParaRPr>
            </a:p>
          </p:txBody>
        </p:sp>
        <p:sp>
          <p:nvSpPr>
            <p:cNvPr id="445" name="Google Shape;445;p25"/>
            <p:cNvSpPr txBox="1"/>
            <p:nvPr/>
          </p:nvSpPr>
          <p:spPr>
            <a:xfrm>
              <a:off x="5496300" y="4160175"/>
              <a:ext cx="2250600" cy="28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pt-BR" sz="1200" u="none" cap="none" strike="noStrike">
                  <a:solidFill>
                    <a:schemeClr val="dk1"/>
                  </a:solidFill>
                  <a:latin typeface="Roboto"/>
                  <a:ea typeface="Roboto"/>
                  <a:cs typeface="Roboto"/>
                  <a:sym typeface="Roboto"/>
                </a:rPr>
                <a:t>MoM:</a:t>
              </a:r>
              <a:r>
                <a:rPr b="0" i="0" lang="pt-BR" sz="1200" u="none" cap="none" strike="noStrike">
                  <a:solidFill>
                    <a:srgbClr val="000000"/>
                  </a:solidFill>
                  <a:latin typeface="Roboto"/>
                  <a:ea typeface="Roboto"/>
                  <a:cs typeface="Roboto"/>
                  <a:sym typeface="Roboto"/>
                </a:rPr>
                <a:t> </a:t>
              </a:r>
              <a:r>
                <a:rPr b="0" i="0" lang="pt-BR" sz="1200" u="none" cap="none" strike="noStrike">
                  <a:solidFill>
                    <a:srgbClr val="E90C0C"/>
                  </a:solidFill>
                  <a:latin typeface="Roboto"/>
                  <a:ea typeface="Roboto"/>
                  <a:cs typeface="Roboto"/>
                  <a:sym typeface="Roboto"/>
                </a:rPr>
                <a:t> </a:t>
              </a:r>
              <a:r>
                <a:rPr b="1" i="0" lang="pt-BR" sz="1200" u="none" cap="none" strike="noStrike">
                  <a:solidFill>
                    <a:srgbClr val="34A853"/>
                  </a:solidFill>
                  <a:latin typeface="Roboto"/>
                  <a:ea typeface="Roboto"/>
                  <a:cs typeface="Roboto"/>
                  <a:sym typeface="Roboto"/>
                </a:rPr>
                <a:t>X%</a:t>
              </a:r>
              <a:r>
                <a:rPr b="0" i="0" lang="pt-BR" sz="1200" u="none" cap="none" strike="noStrike">
                  <a:solidFill>
                    <a:srgbClr val="34A853"/>
                  </a:solidFill>
                  <a:latin typeface="Roboto"/>
                  <a:ea typeface="Roboto"/>
                  <a:cs typeface="Roboto"/>
                  <a:sym typeface="Roboto"/>
                </a:rPr>
                <a:t> </a:t>
              </a:r>
              <a:r>
                <a:rPr b="0" i="0" lang="pt-BR" sz="1200" u="none" cap="none" strike="noStrike">
                  <a:solidFill>
                    <a:schemeClr val="dk1"/>
                  </a:solidFill>
                  <a:latin typeface="Roboto"/>
                  <a:ea typeface="Roboto"/>
                  <a:cs typeface="Roboto"/>
                  <a:sym typeface="Roboto"/>
                </a:rPr>
                <a:t>/ YoY:</a:t>
              </a:r>
              <a:r>
                <a:rPr b="0" i="0" lang="pt-BR" sz="1200" u="none" cap="none" strike="noStrike">
                  <a:solidFill>
                    <a:srgbClr val="000000"/>
                  </a:solidFill>
                  <a:latin typeface="Roboto"/>
                  <a:ea typeface="Roboto"/>
                  <a:cs typeface="Roboto"/>
                  <a:sym typeface="Roboto"/>
                </a:rPr>
                <a:t> </a:t>
              </a:r>
              <a:r>
                <a:rPr b="1" i="0" lang="pt-BR" sz="1200" u="none" cap="none" strike="noStrike">
                  <a:solidFill>
                    <a:srgbClr val="C81414"/>
                  </a:solidFill>
                  <a:latin typeface="Roboto"/>
                  <a:ea typeface="Roboto"/>
                  <a:cs typeface="Roboto"/>
                  <a:sym typeface="Roboto"/>
                </a:rPr>
                <a:t>X%</a:t>
              </a:r>
              <a:endParaRPr b="1" i="0" sz="1200" u="none" cap="none" strike="noStrike">
                <a:solidFill>
                  <a:srgbClr val="000000"/>
                </a:solidFill>
                <a:latin typeface="Roboto"/>
                <a:ea typeface="Roboto"/>
                <a:cs typeface="Roboto"/>
                <a:sym typeface="Roboto"/>
              </a:endParaRPr>
            </a:p>
          </p:txBody>
        </p:sp>
        <p:sp>
          <p:nvSpPr>
            <p:cNvPr id="446" name="Google Shape;446;p25"/>
            <p:cNvSpPr txBox="1"/>
            <p:nvPr/>
          </p:nvSpPr>
          <p:spPr>
            <a:xfrm>
              <a:off x="5731200" y="3750773"/>
              <a:ext cx="1780800" cy="28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FF9000"/>
                  </a:solidFill>
                  <a:latin typeface="Roboto Black"/>
                  <a:ea typeface="Roboto Black"/>
                  <a:cs typeface="Roboto Black"/>
                  <a:sym typeface="Roboto Black"/>
                </a:rPr>
                <a:t>R$ XX</a:t>
              </a:r>
              <a:endParaRPr b="0" i="0" sz="1600" u="none" cap="none" strike="noStrike">
                <a:solidFill>
                  <a:srgbClr val="FF9000"/>
                </a:solidFill>
                <a:latin typeface="Roboto Black"/>
                <a:ea typeface="Roboto Black"/>
                <a:cs typeface="Roboto Black"/>
                <a:sym typeface="Roboto Black"/>
              </a:endParaRPr>
            </a:p>
          </p:txBody>
        </p:sp>
      </p:grpSp>
      <p:pic>
        <p:nvPicPr>
          <p:cNvPr id="447" name="Google Shape;447;p25"/>
          <p:cNvPicPr preferRelativeResize="0"/>
          <p:nvPr/>
        </p:nvPicPr>
        <p:blipFill rotWithShape="1">
          <a:blip r:embed="rId3">
            <a:alphaModFix/>
          </a:blip>
          <a:srcRect b="0" l="0" r="0" t="0"/>
          <a:stretch/>
        </p:blipFill>
        <p:spPr>
          <a:xfrm>
            <a:off x="4327922" y="1741250"/>
            <a:ext cx="253900" cy="253900"/>
          </a:xfrm>
          <a:prstGeom prst="rect">
            <a:avLst/>
          </a:prstGeom>
          <a:noFill/>
          <a:ln>
            <a:noFill/>
          </a:ln>
        </p:spPr>
      </p:pic>
      <p:pic>
        <p:nvPicPr>
          <p:cNvPr id="448" name="Google Shape;448;p25"/>
          <p:cNvPicPr preferRelativeResize="0"/>
          <p:nvPr/>
        </p:nvPicPr>
        <p:blipFill rotWithShape="1">
          <a:blip r:embed="rId3">
            <a:alphaModFix/>
          </a:blip>
          <a:srcRect b="0" l="0" r="0" t="0"/>
          <a:stretch/>
        </p:blipFill>
        <p:spPr>
          <a:xfrm>
            <a:off x="7904447" y="1741250"/>
            <a:ext cx="253900" cy="253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6"/>
          <p:cNvSpPr/>
          <p:nvPr/>
        </p:nvSpPr>
        <p:spPr>
          <a:xfrm>
            <a:off x="0" y="0"/>
            <a:ext cx="8706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6"/>
          <p:cNvSpPr/>
          <p:nvPr/>
        </p:nvSpPr>
        <p:spPr>
          <a:xfrm rot="-5400000">
            <a:off x="-1672350" y="2335201"/>
            <a:ext cx="4215300" cy="4731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200" u="none" cap="none" strike="noStrike">
                <a:solidFill>
                  <a:schemeClr val="lt1"/>
                </a:solidFill>
                <a:latin typeface="Roboto Black"/>
                <a:ea typeface="Roboto Black"/>
                <a:cs typeface="Roboto Black"/>
                <a:sym typeface="Roboto Black"/>
              </a:rPr>
              <a:t>Indicadores do Mês</a:t>
            </a:r>
            <a:endParaRPr b="0" i="0" sz="2200" u="none" cap="none" strike="noStrike">
              <a:solidFill>
                <a:schemeClr val="lt1"/>
              </a:solidFill>
              <a:latin typeface="Roboto Black"/>
              <a:ea typeface="Roboto Black"/>
              <a:cs typeface="Roboto Black"/>
              <a:sym typeface="Roboto Black"/>
            </a:endParaRPr>
          </a:p>
        </p:txBody>
      </p:sp>
      <p:grpSp>
        <p:nvGrpSpPr>
          <p:cNvPr id="455" name="Google Shape;455;p26"/>
          <p:cNvGrpSpPr/>
          <p:nvPr/>
        </p:nvGrpSpPr>
        <p:grpSpPr>
          <a:xfrm>
            <a:off x="1498475" y="650100"/>
            <a:ext cx="3258900" cy="1467000"/>
            <a:chOff x="1436925" y="371325"/>
            <a:chExt cx="3258900" cy="1467000"/>
          </a:xfrm>
        </p:grpSpPr>
        <p:sp>
          <p:nvSpPr>
            <p:cNvPr id="456" name="Google Shape;456;p26"/>
            <p:cNvSpPr/>
            <p:nvPr/>
          </p:nvSpPr>
          <p:spPr>
            <a:xfrm>
              <a:off x="1436925" y="371325"/>
              <a:ext cx="3258900" cy="1467000"/>
            </a:xfrm>
            <a:prstGeom prst="roundRect">
              <a:avLst>
                <a:gd fmla="val 14657"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57" name="Google Shape;457;p26"/>
            <p:cNvSpPr/>
            <p:nvPr/>
          </p:nvSpPr>
          <p:spPr>
            <a:xfrm>
              <a:off x="1436948" y="371325"/>
              <a:ext cx="1375200" cy="1467000"/>
            </a:xfrm>
            <a:prstGeom prst="roundRect">
              <a:avLst>
                <a:gd fmla="val 14657" name="adj"/>
              </a:avLst>
            </a:prstGeom>
            <a:solidFill>
              <a:srgbClr val="FF90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58" name="Google Shape;458;p26"/>
            <p:cNvSpPr/>
            <p:nvPr/>
          </p:nvSpPr>
          <p:spPr>
            <a:xfrm>
              <a:off x="1646500" y="669525"/>
              <a:ext cx="956100" cy="87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1600" u="none" cap="none" strike="noStrike">
                  <a:solidFill>
                    <a:srgbClr val="FFFFFF"/>
                  </a:solidFill>
                  <a:latin typeface="Roboto Black"/>
                  <a:ea typeface="Roboto Black"/>
                  <a:cs typeface="Roboto Black"/>
                  <a:sym typeface="Roboto Black"/>
                </a:rPr>
                <a:t>Receita Bruta</a:t>
              </a:r>
              <a:endParaRPr b="0" i="0" sz="1600" u="none" cap="none" strike="noStrike">
                <a:solidFill>
                  <a:srgbClr val="000000"/>
                </a:solidFill>
                <a:latin typeface="Roboto Black"/>
                <a:ea typeface="Roboto Black"/>
                <a:cs typeface="Roboto Black"/>
                <a:sym typeface="Roboto Black"/>
              </a:endParaRPr>
            </a:p>
          </p:txBody>
        </p:sp>
        <p:sp>
          <p:nvSpPr>
            <p:cNvPr id="459" name="Google Shape;459;p26"/>
            <p:cNvSpPr txBox="1"/>
            <p:nvPr/>
          </p:nvSpPr>
          <p:spPr>
            <a:xfrm>
              <a:off x="2913950" y="669513"/>
              <a:ext cx="1619700" cy="388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F85400"/>
                  </a:solidFill>
                  <a:latin typeface="Roboto Black"/>
                  <a:ea typeface="Roboto Black"/>
                  <a:cs typeface="Roboto Black"/>
                  <a:sym typeface="Roboto Black"/>
                </a:rPr>
                <a:t>R$ XX</a:t>
              </a:r>
              <a:endParaRPr b="0" i="0" sz="2500" u="none" cap="none" strike="noStrike">
                <a:solidFill>
                  <a:srgbClr val="F85400"/>
                </a:solidFill>
                <a:latin typeface="Roboto Black"/>
                <a:ea typeface="Roboto Black"/>
                <a:cs typeface="Roboto Black"/>
                <a:sym typeface="Roboto Black"/>
              </a:endParaRPr>
            </a:p>
          </p:txBody>
        </p:sp>
        <p:sp>
          <p:nvSpPr>
            <p:cNvPr id="460" name="Google Shape;460;p26"/>
            <p:cNvSpPr txBox="1"/>
            <p:nvPr/>
          </p:nvSpPr>
          <p:spPr>
            <a:xfrm>
              <a:off x="2913950" y="1153475"/>
              <a:ext cx="1619700" cy="453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pt-BR" sz="1200" u="none" cap="none" strike="noStrike">
                  <a:solidFill>
                    <a:schemeClr val="dk1"/>
                  </a:solidFill>
                  <a:latin typeface="Roboto"/>
                  <a:ea typeface="Roboto"/>
                  <a:cs typeface="Roboto"/>
                  <a:sym typeface="Roboto"/>
                </a:rPr>
                <a:t>MoM:</a:t>
              </a:r>
              <a:r>
                <a:rPr b="0" i="0" lang="pt-BR" sz="1200" u="none" cap="none" strike="noStrike">
                  <a:solidFill>
                    <a:srgbClr val="34A853"/>
                  </a:solidFill>
                  <a:latin typeface="Roboto"/>
                  <a:ea typeface="Roboto"/>
                  <a:cs typeface="Roboto"/>
                  <a:sym typeface="Roboto"/>
                </a:rPr>
                <a:t> </a:t>
              </a:r>
              <a:r>
                <a:rPr b="1" i="0" lang="pt-BR" sz="1200" u="none" cap="none" strike="noStrike">
                  <a:solidFill>
                    <a:srgbClr val="E90C0C"/>
                  </a:solidFill>
                  <a:latin typeface="Roboto"/>
                  <a:ea typeface="Roboto"/>
                  <a:cs typeface="Roboto"/>
                  <a:sym typeface="Roboto"/>
                </a:rPr>
                <a:t>X%</a:t>
              </a:r>
              <a:endParaRPr b="1" i="0" sz="1200" u="none" cap="none" strike="noStrike">
                <a:solidFill>
                  <a:srgbClr val="434343"/>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1200"/>
                <a:buFont typeface="Arial"/>
                <a:buNone/>
              </a:pPr>
              <a:r>
                <a:rPr b="0" i="0" lang="pt-BR" sz="1200" u="none" cap="none" strike="noStrike">
                  <a:solidFill>
                    <a:schemeClr val="dk1"/>
                  </a:solidFill>
                  <a:latin typeface="Roboto"/>
                  <a:ea typeface="Roboto"/>
                  <a:cs typeface="Roboto"/>
                  <a:sym typeface="Roboto"/>
                </a:rPr>
                <a:t>YoY:</a:t>
              </a:r>
              <a:r>
                <a:rPr b="0" i="0" lang="pt-BR" sz="1200" u="none" cap="none" strike="noStrike">
                  <a:solidFill>
                    <a:srgbClr val="34A853"/>
                  </a:solidFill>
                  <a:latin typeface="Roboto"/>
                  <a:ea typeface="Roboto"/>
                  <a:cs typeface="Roboto"/>
                  <a:sym typeface="Roboto"/>
                </a:rPr>
                <a:t> </a:t>
              </a:r>
              <a:r>
                <a:rPr b="1" i="0" lang="pt-BR" sz="1200" u="none" cap="none" strike="noStrike">
                  <a:solidFill>
                    <a:srgbClr val="34A853"/>
                  </a:solidFill>
                  <a:latin typeface="Roboto"/>
                  <a:ea typeface="Roboto"/>
                  <a:cs typeface="Roboto"/>
                  <a:sym typeface="Roboto"/>
                </a:rPr>
                <a:t>X%</a:t>
              </a:r>
              <a:endParaRPr b="1" i="0" sz="1200" u="none" cap="none" strike="noStrike">
                <a:solidFill>
                  <a:srgbClr val="000000"/>
                </a:solidFill>
                <a:latin typeface="Roboto"/>
                <a:ea typeface="Roboto"/>
                <a:cs typeface="Roboto"/>
                <a:sym typeface="Roboto"/>
              </a:endParaRPr>
            </a:p>
          </p:txBody>
        </p:sp>
      </p:grpSp>
      <p:grpSp>
        <p:nvGrpSpPr>
          <p:cNvPr id="461" name="Google Shape;461;p26"/>
          <p:cNvGrpSpPr/>
          <p:nvPr/>
        </p:nvGrpSpPr>
        <p:grpSpPr>
          <a:xfrm>
            <a:off x="5070350" y="650100"/>
            <a:ext cx="3258900" cy="1467000"/>
            <a:chOff x="5008800" y="371325"/>
            <a:chExt cx="3258900" cy="1467000"/>
          </a:xfrm>
        </p:grpSpPr>
        <p:sp>
          <p:nvSpPr>
            <p:cNvPr id="462" name="Google Shape;462;p26"/>
            <p:cNvSpPr/>
            <p:nvPr/>
          </p:nvSpPr>
          <p:spPr>
            <a:xfrm>
              <a:off x="5008800" y="371325"/>
              <a:ext cx="3258900" cy="1467000"/>
            </a:xfrm>
            <a:prstGeom prst="roundRect">
              <a:avLst>
                <a:gd fmla="val 14657"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63" name="Google Shape;463;p26"/>
            <p:cNvSpPr/>
            <p:nvPr/>
          </p:nvSpPr>
          <p:spPr>
            <a:xfrm>
              <a:off x="5008823" y="371325"/>
              <a:ext cx="1375200" cy="1467000"/>
            </a:xfrm>
            <a:prstGeom prst="roundRect">
              <a:avLst>
                <a:gd fmla="val 14657" name="adj"/>
              </a:avLst>
            </a:prstGeom>
            <a:solidFill>
              <a:srgbClr val="F854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64" name="Google Shape;464;p26"/>
            <p:cNvSpPr/>
            <p:nvPr/>
          </p:nvSpPr>
          <p:spPr>
            <a:xfrm>
              <a:off x="5190925" y="669525"/>
              <a:ext cx="1011000" cy="87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1600" u="none" cap="none" strike="noStrike">
                  <a:solidFill>
                    <a:srgbClr val="FFFFFF"/>
                  </a:solidFill>
                  <a:latin typeface="Roboto Black"/>
                  <a:ea typeface="Roboto Black"/>
                  <a:cs typeface="Roboto Black"/>
                  <a:sym typeface="Roboto Black"/>
                </a:rPr>
                <a:t>Resultado de Caixa</a:t>
              </a:r>
              <a:endParaRPr b="0" i="0" sz="1600" u="none" cap="none" strike="noStrike">
                <a:solidFill>
                  <a:srgbClr val="000000"/>
                </a:solidFill>
                <a:latin typeface="Roboto Black"/>
                <a:ea typeface="Roboto Black"/>
                <a:cs typeface="Roboto Black"/>
                <a:sym typeface="Roboto Black"/>
              </a:endParaRPr>
            </a:p>
          </p:txBody>
        </p:sp>
        <p:sp>
          <p:nvSpPr>
            <p:cNvPr id="465" name="Google Shape;465;p26"/>
            <p:cNvSpPr txBox="1"/>
            <p:nvPr/>
          </p:nvSpPr>
          <p:spPr>
            <a:xfrm>
              <a:off x="6485825" y="910563"/>
              <a:ext cx="1619700" cy="388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F85400"/>
                  </a:solidFill>
                  <a:latin typeface="Roboto Black"/>
                  <a:ea typeface="Roboto Black"/>
                  <a:cs typeface="Roboto Black"/>
                  <a:sym typeface="Roboto Black"/>
                </a:rPr>
                <a:t>R$ XX</a:t>
              </a:r>
              <a:endParaRPr b="0" i="0" sz="2500" u="none" cap="none" strike="noStrike">
                <a:solidFill>
                  <a:srgbClr val="F85400"/>
                </a:solidFill>
                <a:latin typeface="Roboto Black"/>
                <a:ea typeface="Roboto Black"/>
                <a:cs typeface="Roboto Black"/>
                <a:sym typeface="Roboto Black"/>
              </a:endParaRPr>
            </a:p>
          </p:txBody>
        </p:sp>
      </p:grpSp>
      <p:sp>
        <p:nvSpPr>
          <p:cNvPr id="466" name="Google Shape;466;p26"/>
          <p:cNvSpPr/>
          <p:nvPr/>
        </p:nvSpPr>
        <p:spPr>
          <a:xfrm>
            <a:off x="5252470" y="2225597"/>
            <a:ext cx="2250600" cy="170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729" u="none" cap="none" strike="noStrike">
                <a:solidFill>
                  <a:schemeClr val="lt1"/>
                </a:solidFill>
                <a:latin typeface="Roboto"/>
                <a:ea typeface="Roboto"/>
                <a:cs typeface="Roboto"/>
                <a:sym typeface="Roboto"/>
              </a:rPr>
              <a:t>Anotações e observações, se necessário.</a:t>
            </a:r>
            <a:endParaRPr b="0" i="0" sz="729" u="none" cap="none" strike="noStrike">
              <a:solidFill>
                <a:schemeClr val="lt1"/>
              </a:solidFill>
              <a:latin typeface="Roboto"/>
              <a:ea typeface="Roboto"/>
              <a:cs typeface="Roboto"/>
              <a:sym typeface="Roboto"/>
            </a:endParaRPr>
          </a:p>
        </p:txBody>
      </p:sp>
      <p:pic>
        <p:nvPicPr>
          <p:cNvPr id="467" name="Google Shape;467;p26"/>
          <p:cNvPicPr preferRelativeResize="0"/>
          <p:nvPr/>
        </p:nvPicPr>
        <p:blipFill rotWithShape="1">
          <a:blip r:embed="rId3">
            <a:alphaModFix/>
          </a:blip>
          <a:srcRect b="0" l="0" r="0" t="0"/>
          <a:stretch/>
        </p:blipFill>
        <p:spPr>
          <a:xfrm>
            <a:off x="4327922" y="1741250"/>
            <a:ext cx="253900" cy="253900"/>
          </a:xfrm>
          <a:prstGeom prst="rect">
            <a:avLst/>
          </a:prstGeom>
          <a:noFill/>
          <a:ln>
            <a:noFill/>
          </a:ln>
        </p:spPr>
      </p:pic>
      <p:pic>
        <p:nvPicPr>
          <p:cNvPr id="468" name="Google Shape;468;p26"/>
          <p:cNvPicPr preferRelativeResize="0"/>
          <p:nvPr/>
        </p:nvPicPr>
        <p:blipFill rotWithShape="1">
          <a:blip r:embed="rId3">
            <a:alphaModFix/>
          </a:blip>
          <a:srcRect b="0" l="0" r="0" t="0"/>
          <a:stretch/>
        </p:blipFill>
        <p:spPr>
          <a:xfrm>
            <a:off x="7904447" y="1741250"/>
            <a:ext cx="253900" cy="253900"/>
          </a:xfrm>
          <a:prstGeom prst="rect">
            <a:avLst/>
          </a:prstGeom>
          <a:noFill/>
          <a:ln>
            <a:noFill/>
          </a:ln>
        </p:spPr>
      </p:pic>
      <p:grpSp>
        <p:nvGrpSpPr>
          <p:cNvPr id="469" name="Google Shape;469;p26"/>
          <p:cNvGrpSpPr/>
          <p:nvPr/>
        </p:nvGrpSpPr>
        <p:grpSpPr>
          <a:xfrm>
            <a:off x="1498400" y="2739900"/>
            <a:ext cx="6830800" cy="1753500"/>
            <a:chOff x="1498400" y="2739900"/>
            <a:chExt cx="6830800" cy="1753500"/>
          </a:xfrm>
        </p:grpSpPr>
        <p:grpSp>
          <p:nvGrpSpPr>
            <p:cNvPr id="470" name="Google Shape;470;p26"/>
            <p:cNvGrpSpPr/>
            <p:nvPr/>
          </p:nvGrpSpPr>
          <p:grpSpPr>
            <a:xfrm>
              <a:off x="1498400" y="2739900"/>
              <a:ext cx="6830800" cy="1753500"/>
              <a:chOff x="1498400" y="2739900"/>
              <a:chExt cx="6830800" cy="1753500"/>
            </a:xfrm>
          </p:grpSpPr>
          <p:sp>
            <p:nvSpPr>
              <p:cNvPr id="471" name="Google Shape;471;p26"/>
              <p:cNvSpPr/>
              <p:nvPr/>
            </p:nvSpPr>
            <p:spPr>
              <a:xfrm>
                <a:off x="1498500" y="2739900"/>
                <a:ext cx="6830700" cy="1753500"/>
              </a:xfrm>
              <a:prstGeom prst="roundRect">
                <a:avLst>
                  <a:gd fmla="val 12999"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72" name="Google Shape;472;p26"/>
              <p:cNvSpPr/>
              <p:nvPr/>
            </p:nvSpPr>
            <p:spPr>
              <a:xfrm>
                <a:off x="1498500" y="2739900"/>
                <a:ext cx="6830700" cy="501300"/>
              </a:xfrm>
              <a:prstGeom prst="roundRect">
                <a:avLst>
                  <a:gd fmla="val 43966" name="adj"/>
                </a:avLst>
              </a:prstGeom>
              <a:gradFill>
                <a:gsLst>
                  <a:gs pos="0">
                    <a:srgbClr val="F85400"/>
                  </a:gs>
                  <a:gs pos="100000">
                    <a:srgbClr val="FF9000"/>
                  </a:gs>
                </a:gsLst>
                <a:path path="circle">
                  <a:fillToRect b="0%" l="100%" r="0%" t="100%"/>
                </a:path>
                <a:tileRect b="-100%" l="0%" r="-100%" t="0%"/>
              </a:gra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73" name="Google Shape;473;p26"/>
              <p:cNvSpPr/>
              <p:nvPr/>
            </p:nvSpPr>
            <p:spPr>
              <a:xfrm>
                <a:off x="1498500" y="2951950"/>
                <a:ext cx="6830700" cy="288300"/>
              </a:xfrm>
              <a:prstGeom prst="roundRect">
                <a:avLst>
                  <a:gd fmla="val 0" name="adj"/>
                </a:avLst>
              </a:prstGeom>
              <a:gradFill>
                <a:gsLst>
                  <a:gs pos="0">
                    <a:srgbClr val="F85400"/>
                  </a:gs>
                  <a:gs pos="100000">
                    <a:srgbClr val="FF9000"/>
                  </a:gs>
                </a:gsLst>
                <a:path path="circle">
                  <a:fillToRect b="0%" l="100%" r="0%" t="100%"/>
                </a:path>
                <a:tileRect b="-100%" l="0%" r="-100%" t="0%"/>
              </a:gra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74" name="Google Shape;474;p26"/>
              <p:cNvSpPr/>
              <p:nvPr/>
            </p:nvSpPr>
            <p:spPr>
              <a:xfrm>
                <a:off x="1498400" y="3629650"/>
                <a:ext cx="6830700" cy="465900"/>
              </a:xfrm>
              <a:prstGeom prst="roundRect">
                <a:avLst>
                  <a:gd fmla="val 0" name="adj"/>
                </a:avLst>
              </a:prstGeom>
              <a:solidFill>
                <a:srgbClr val="F7F7F7"/>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75" name="Google Shape;475;p26"/>
              <p:cNvSpPr/>
              <p:nvPr/>
            </p:nvSpPr>
            <p:spPr>
              <a:xfrm>
                <a:off x="1498500" y="3217200"/>
                <a:ext cx="6830700" cy="412500"/>
              </a:xfrm>
              <a:prstGeom prst="roundRect">
                <a:avLst>
                  <a:gd fmla="val 0" name="adj"/>
                </a:avLst>
              </a:prstGeom>
              <a:solidFill>
                <a:srgbClr val="F854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grpSp>
        <p:sp>
          <p:nvSpPr>
            <p:cNvPr id="476" name="Google Shape;476;p26"/>
            <p:cNvSpPr/>
            <p:nvPr/>
          </p:nvSpPr>
          <p:spPr>
            <a:xfrm>
              <a:off x="3858000" y="2751300"/>
              <a:ext cx="2111700" cy="46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2000" u="none" cap="none" strike="noStrike">
                  <a:solidFill>
                    <a:srgbClr val="FFFFFF"/>
                  </a:solidFill>
                  <a:latin typeface="Roboto Black"/>
                  <a:ea typeface="Roboto Black"/>
                  <a:cs typeface="Roboto Black"/>
                  <a:sym typeface="Roboto Black"/>
                </a:rPr>
                <a:t>GMV</a:t>
              </a:r>
              <a:endParaRPr b="0" i="0" sz="2000" u="none" cap="none" strike="noStrike">
                <a:solidFill>
                  <a:srgbClr val="000000"/>
                </a:solidFill>
                <a:latin typeface="Roboto Black"/>
                <a:ea typeface="Roboto Black"/>
                <a:cs typeface="Roboto Black"/>
                <a:sym typeface="Roboto Black"/>
              </a:endParaRPr>
            </a:p>
          </p:txBody>
        </p:sp>
        <p:sp>
          <p:nvSpPr>
            <p:cNvPr id="477" name="Google Shape;477;p26"/>
            <p:cNvSpPr/>
            <p:nvPr/>
          </p:nvSpPr>
          <p:spPr>
            <a:xfrm>
              <a:off x="2211900" y="3217175"/>
              <a:ext cx="1988700" cy="41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1600" u="none" cap="none" strike="noStrike">
                  <a:solidFill>
                    <a:srgbClr val="FFFFFF"/>
                  </a:solidFill>
                  <a:latin typeface="Roboto SemiBold"/>
                  <a:ea typeface="Roboto SemiBold"/>
                  <a:cs typeface="Roboto SemiBold"/>
                  <a:sym typeface="Roboto SemiBold"/>
                </a:rPr>
                <a:t>Meta</a:t>
              </a:r>
              <a:endParaRPr b="0" i="0" sz="1600" u="none" cap="none" strike="noStrike">
                <a:solidFill>
                  <a:srgbClr val="000000"/>
                </a:solidFill>
                <a:latin typeface="Roboto SemiBold"/>
                <a:ea typeface="Roboto SemiBold"/>
                <a:cs typeface="Roboto SemiBold"/>
                <a:sym typeface="Roboto SemiBold"/>
              </a:endParaRPr>
            </a:p>
          </p:txBody>
        </p:sp>
        <p:sp>
          <p:nvSpPr>
            <p:cNvPr id="478" name="Google Shape;478;p26"/>
            <p:cNvSpPr/>
            <p:nvPr/>
          </p:nvSpPr>
          <p:spPr>
            <a:xfrm>
              <a:off x="5627250" y="3217175"/>
              <a:ext cx="1988700" cy="41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59"/>
                <a:buFont typeface="Noto Sans"/>
                <a:buNone/>
              </a:pPr>
              <a:r>
                <a:rPr b="0" i="0" lang="pt-BR" sz="1600" u="none" cap="none" strike="noStrike">
                  <a:solidFill>
                    <a:srgbClr val="FFFFFF"/>
                  </a:solidFill>
                  <a:latin typeface="Roboto SemiBold"/>
                  <a:ea typeface="Roboto SemiBold"/>
                  <a:cs typeface="Roboto SemiBold"/>
                  <a:sym typeface="Roboto SemiBold"/>
                </a:rPr>
                <a:t>Realizado</a:t>
              </a:r>
              <a:endParaRPr b="0" i="0" sz="1600" u="none" cap="none" strike="noStrike">
                <a:solidFill>
                  <a:srgbClr val="000000"/>
                </a:solidFill>
                <a:latin typeface="Roboto SemiBold"/>
                <a:ea typeface="Roboto SemiBold"/>
                <a:cs typeface="Roboto SemiBold"/>
                <a:sym typeface="Roboto SemiBold"/>
              </a:endParaRPr>
            </a:p>
          </p:txBody>
        </p:sp>
        <p:sp>
          <p:nvSpPr>
            <p:cNvPr id="479" name="Google Shape;479;p26"/>
            <p:cNvSpPr txBox="1"/>
            <p:nvPr/>
          </p:nvSpPr>
          <p:spPr>
            <a:xfrm>
              <a:off x="2315850" y="3737698"/>
              <a:ext cx="1780800" cy="28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FF9000"/>
                  </a:solidFill>
                  <a:latin typeface="Roboto Black"/>
                  <a:ea typeface="Roboto Black"/>
                  <a:cs typeface="Roboto Black"/>
                  <a:sym typeface="Roboto Black"/>
                </a:rPr>
                <a:t>R$ XX</a:t>
              </a:r>
              <a:endParaRPr b="0" i="0" sz="1600" u="none" cap="none" strike="noStrike">
                <a:solidFill>
                  <a:srgbClr val="FF9000"/>
                </a:solidFill>
                <a:latin typeface="Roboto Black"/>
                <a:ea typeface="Roboto Black"/>
                <a:cs typeface="Roboto Black"/>
                <a:sym typeface="Roboto Black"/>
              </a:endParaRPr>
            </a:p>
          </p:txBody>
        </p:sp>
        <p:sp>
          <p:nvSpPr>
            <p:cNvPr id="480" name="Google Shape;480;p26"/>
            <p:cNvSpPr txBox="1"/>
            <p:nvPr/>
          </p:nvSpPr>
          <p:spPr>
            <a:xfrm>
              <a:off x="2192275" y="4162200"/>
              <a:ext cx="2043900" cy="288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1" i="0" lang="pt-BR" sz="1200" u="none" cap="none" strike="noStrike">
                  <a:solidFill>
                    <a:srgbClr val="E90C0C"/>
                  </a:solidFill>
                  <a:latin typeface="Roboto"/>
                  <a:ea typeface="Roboto"/>
                  <a:cs typeface="Roboto"/>
                  <a:sym typeface="Roboto"/>
                </a:rPr>
                <a:t>X%</a:t>
              </a:r>
              <a:r>
                <a:rPr b="0" i="0" lang="pt-BR" sz="1200" u="none" cap="none" strike="noStrike">
                  <a:solidFill>
                    <a:srgbClr val="434343"/>
                  </a:solidFill>
                  <a:latin typeface="Roboto"/>
                  <a:ea typeface="Roboto"/>
                  <a:cs typeface="Roboto"/>
                  <a:sym typeface="Roboto"/>
                </a:rPr>
                <a:t> </a:t>
              </a:r>
              <a:r>
                <a:rPr b="0" i="0" lang="pt-BR" sz="1200" u="none" cap="none" strike="noStrike">
                  <a:solidFill>
                    <a:schemeClr val="dk1"/>
                  </a:solidFill>
                  <a:latin typeface="Roboto"/>
                  <a:ea typeface="Roboto"/>
                  <a:cs typeface="Roboto"/>
                  <a:sym typeface="Roboto"/>
                </a:rPr>
                <a:t>da meta</a:t>
              </a:r>
              <a:endParaRPr b="0" i="0" sz="1200" u="none" cap="none" strike="noStrike">
                <a:solidFill>
                  <a:schemeClr val="dk1"/>
                </a:solidFill>
                <a:latin typeface="Roboto"/>
                <a:ea typeface="Roboto"/>
                <a:cs typeface="Roboto"/>
                <a:sym typeface="Roboto"/>
              </a:endParaRPr>
            </a:p>
          </p:txBody>
        </p:sp>
        <p:sp>
          <p:nvSpPr>
            <p:cNvPr id="481" name="Google Shape;481;p26"/>
            <p:cNvSpPr txBox="1"/>
            <p:nvPr/>
          </p:nvSpPr>
          <p:spPr>
            <a:xfrm>
              <a:off x="5496300" y="4160175"/>
              <a:ext cx="2250600" cy="28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pt-BR" sz="1200" u="none" cap="none" strike="noStrike">
                  <a:solidFill>
                    <a:schemeClr val="dk1"/>
                  </a:solidFill>
                  <a:latin typeface="Roboto"/>
                  <a:ea typeface="Roboto"/>
                  <a:cs typeface="Roboto"/>
                  <a:sym typeface="Roboto"/>
                </a:rPr>
                <a:t>MoM:</a:t>
              </a:r>
              <a:r>
                <a:rPr b="0" i="0" lang="pt-BR" sz="1200" u="none" cap="none" strike="noStrike">
                  <a:solidFill>
                    <a:srgbClr val="000000"/>
                  </a:solidFill>
                  <a:latin typeface="Roboto"/>
                  <a:ea typeface="Roboto"/>
                  <a:cs typeface="Roboto"/>
                  <a:sym typeface="Roboto"/>
                </a:rPr>
                <a:t> </a:t>
              </a:r>
              <a:r>
                <a:rPr b="0" i="0" lang="pt-BR" sz="1200" u="none" cap="none" strike="noStrike">
                  <a:solidFill>
                    <a:srgbClr val="E90C0C"/>
                  </a:solidFill>
                  <a:latin typeface="Roboto"/>
                  <a:ea typeface="Roboto"/>
                  <a:cs typeface="Roboto"/>
                  <a:sym typeface="Roboto"/>
                </a:rPr>
                <a:t> </a:t>
              </a:r>
              <a:r>
                <a:rPr b="1" i="0" lang="pt-BR" sz="1200" u="none" cap="none" strike="noStrike">
                  <a:solidFill>
                    <a:srgbClr val="34A853"/>
                  </a:solidFill>
                  <a:latin typeface="Roboto"/>
                  <a:ea typeface="Roboto"/>
                  <a:cs typeface="Roboto"/>
                  <a:sym typeface="Roboto"/>
                </a:rPr>
                <a:t>X%</a:t>
              </a:r>
              <a:r>
                <a:rPr b="0" i="0" lang="pt-BR" sz="1200" u="none" cap="none" strike="noStrike">
                  <a:solidFill>
                    <a:srgbClr val="34A853"/>
                  </a:solidFill>
                  <a:latin typeface="Roboto"/>
                  <a:ea typeface="Roboto"/>
                  <a:cs typeface="Roboto"/>
                  <a:sym typeface="Roboto"/>
                </a:rPr>
                <a:t> </a:t>
              </a:r>
              <a:r>
                <a:rPr b="0" i="0" lang="pt-BR" sz="1200" u="none" cap="none" strike="noStrike">
                  <a:solidFill>
                    <a:schemeClr val="dk1"/>
                  </a:solidFill>
                  <a:latin typeface="Roboto"/>
                  <a:ea typeface="Roboto"/>
                  <a:cs typeface="Roboto"/>
                  <a:sym typeface="Roboto"/>
                </a:rPr>
                <a:t>/ YoY:</a:t>
              </a:r>
              <a:r>
                <a:rPr b="0" i="0" lang="pt-BR" sz="1200" u="none" cap="none" strike="noStrike">
                  <a:solidFill>
                    <a:srgbClr val="000000"/>
                  </a:solidFill>
                  <a:latin typeface="Roboto"/>
                  <a:ea typeface="Roboto"/>
                  <a:cs typeface="Roboto"/>
                  <a:sym typeface="Roboto"/>
                </a:rPr>
                <a:t> </a:t>
              </a:r>
              <a:r>
                <a:rPr b="1" i="0" lang="pt-BR" sz="1200" u="none" cap="none" strike="noStrike">
                  <a:solidFill>
                    <a:srgbClr val="C81414"/>
                  </a:solidFill>
                  <a:latin typeface="Roboto"/>
                  <a:ea typeface="Roboto"/>
                  <a:cs typeface="Roboto"/>
                  <a:sym typeface="Roboto"/>
                </a:rPr>
                <a:t>X%</a:t>
              </a:r>
              <a:endParaRPr b="1" i="0" sz="1200" u="none" cap="none" strike="noStrike">
                <a:solidFill>
                  <a:srgbClr val="000000"/>
                </a:solidFill>
                <a:latin typeface="Roboto"/>
                <a:ea typeface="Roboto"/>
                <a:cs typeface="Roboto"/>
                <a:sym typeface="Roboto"/>
              </a:endParaRPr>
            </a:p>
          </p:txBody>
        </p:sp>
        <p:sp>
          <p:nvSpPr>
            <p:cNvPr id="482" name="Google Shape;482;p26"/>
            <p:cNvSpPr txBox="1"/>
            <p:nvPr/>
          </p:nvSpPr>
          <p:spPr>
            <a:xfrm>
              <a:off x="5731200" y="3750773"/>
              <a:ext cx="1780800" cy="28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FF9000"/>
                  </a:solidFill>
                  <a:latin typeface="Roboto Black"/>
                  <a:ea typeface="Roboto Black"/>
                  <a:cs typeface="Roboto Black"/>
                  <a:sym typeface="Roboto Black"/>
                </a:rPr>
                <a:t>R$ XX</a:t>
              </a:r>
              <a:endParaRPr b="0" i="0" sz="1600" u="none" cap="none" strike="noStrike">
                <a:solidFill>
                  <a:srgbClr val="FF9000"/>
                </a:solidFill>
                <a:latin typeface="Roboto Black"/>
                <a:ea typeface="Roboto Black"/>
                <a:cs typeface="Roboto Black"/>
                <a:sym typeface="Roboto Black"/>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7"/>
          <p:cNvSpPr/>
          <p:nvPr/>
        </p:nvSpPr>
        <p:spPr>
          <a:xfrm rot="-5400000">
            <a:off x="-1672350" y="2335201"/>
            <a:ext cx="4215300" cy="4731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200" u="none" cap="none" strike="noStrike">
                <a:solidFill>
                  <a:schemeClr val="lt1"/>
                </a:solidFill>
                <a:latin typeface="Roboto Black"/>
                <a:ea typeface="Roboto Black"/>
                <a:cs typeface="Roboto Black"/>
                <a:sym typeface="Roboto Black"/>
              </a:rPr>
              <a:t>Indicadores do Mês</a:t>
            </a:r>
            <a:endParaRPr b="0" i="0" sz="2200" u="none" cap="none" strike="noStrike">
              <a:solidFill>
                <a:schemeClr val="lt1"/>
              </a:solidFill>
              <a:latin typeface="Roboto Black"/>
              <a:ea typeface="Roboto Black"/>
              <a:cs typeface="Roboto Black"/>
              <a:sym typeface="Roboto Black"/>
            </a:endParaRPr>
          </a:p>
        </p:txBody>
      </p:sp>
      <p:grpSp>
        <p:nvGrpSpPr>
          <p:cNvPr id="488" name="Google Shape;488;p27"/>
          <p:cNvGrpSpPr/>
          <p:nvPr/>
        </p:nvGrpSpPr>
        <p:grpSpPr>
          <a:xfrm>
            <a:off x="1491900" y="874800"/>
            <a:ext cx="3590100" cy="943800"/>
            <a:chOff x="1491900" y="874800"/>
            <a:chExt cx="3590100" cy="943800"/>
          </a:xfrm>
        </p:grpSpPr>
        <p:grpSp>
          <p:nvGrpSpPr>
            <p:cNvPr id="489" name="Google Shape;489;p27"/>
            <p:cNvGrpSpPr/>
            <p:nvPr/>
          </p:nvGrpSpPr>
          <p:grpSpPr>
            <a:xfrm>
              <a:off x="1491900" y="874800"/>
              <a:ext cx="3590100" cy="943800"/>
              <a:chOff x="1491900" y="874800"/>
              <a:chExt cx="3590100" cy="943800"/>
            </a:xfrm>
          </p:grpSpPr>
          <p:sp>
            <p:nvSpPr>
              <p:cNvPr id="490" name="Google Shape;490;p27"/>
              <p:cNvSpPr/>
              <p:nvPr/>
            </p:nvSpPr>
            <p:spPr>
              <a:xfrm>
                <a:off x="1491900" y="874800"/>
                <a:ext cx="3590100" cy="943800"/>
              </a:xfrm>
              <a:prstGeom prst="roundRect">
                <a:avLst>
                  <a:gd fmla="val 21718" name="adj"/>
                </a:avLst>
              </a:prstGeom>
              <a:solidFill>
                <a:srgbClr val="FFFFFF"/>
              </a:solidFill>
              <a:ln>
                <a:noFill/>
              </a:ln>
              <a:effectLst>
                <a:outerShdw blurRad="171450" rotWithShape="0" algn="bl">
                  <a:srgbClr val="000000">
                    <a:alpha val="30196"/>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91" name="Google Shape;491;p27"/>
              <p:cNvSpPr/>
              <p:nvPr/>
            </p:nvSpPr>
            <p:spPr>
              <a:xfrm>
                <a:off x="1491900" y="874800"/>
                <a:ext cx="1619700" cy="943800"/>
              </a:xfrm>
              <a:prstGeom prst="roundRect">
                <a:avLst>
                  <a:gd fmla="val 21718" name="adj"/>
                </a:avLst>
              </a:prstGeom>
              <a:solidFill>
                <a:srgbClr val="FF90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grpSp>
        <p:sp>
          <p:nvSpPr>
            <p:cNvPr id="492" name="Google Shape;492;p27"/>
            <p:cNvSpPr/>
            <p:nvPr/>
          </p:nvSpPr>
          <p:spPr>
            <a:xfrm>
              <a:off x="3251225" y="1089450"/>
              <a:ext cx="1619700" cy="514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3500" u="none" cap="none" strike="noStrike">
                  <a:solidFill>
                    <a:srgbClr val="F85400"/>
                  </a:solidFill>
                  <a:latin typeface="Roboto Black"/>
                  <a:ea typeface="Roboto Black"/>
                  <a:cs typeface="Roboto Black"/>
                  <a:sym typeface="Roboto Black"/>
                </a:rPr>
                <a:t>XX</a:t>
              </a:r>
              <a:endParaRPr b="0" i="0" sz="3500" u="none" cap="none" strike="noStrike">
                <a:solidFill>
                  <a:srgbClr val="F85400"/>
                </a:solidFill>
                <a:latin typeface="Roboto Black"/>
                <a:ea typeface="Roboto Black"/>
                <a:cs typeface="Roboto Black"/>
                <a:sym typeface="Roboto Black"/>
              </a:endParaRPr>
            </a:p>
          </p:txBody>
        </p:sp>
        <p:sp>
          <p:nvSpPr>
            <p:cNvPr id="493" name="Google Shape;493;p27"/>
            <p:cNvSpPr/>
            <p:nvPr/>
          </p:nvSpPr>
          <p:spPr>
            <a:xfrm>
              <a:off x="1771200" y="1000500"/>
              <a:ext cx="1061100" cy="69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1200"/>
                </a:spcBef>
                <a:spcAft>
                  <a:spcPts val="1200"/>
                </a:spcAft>
                <a:buClr>
                  <a:schemeClr val="dk1"/>
                </a:buClr>
                <a:buSzPts val="1100"/>
                <a:buFont typeface="Arial"/>
                <a:buNone/>
              </a:pPr>
              <a:r>
                <a:rPr b="0" i="0" lang="pt-BR" sz="1800" u="none" cap="none" strike="noStrike">
                  <a:solidFill>
                    <a:srgbClr val="FFFFFF"/>
                  </a:solidFill>
                  <a:latin typeface="Roboto Black"/>
                  <a:ea typeface="Roboto Black"/>
                  <a:cs typeface="Roboto Black"/>
                  <a:sym typeface="Roboto Black"/>
                </a:rPr>
                <a:t>Cidades Ativas</a:t>
              </a:r>
              <a:endParaRPr b="0" i="0" sz="1800" u="none" cap="none" strike="noStrike">
                <a:solidFill>
                  <a:srgbClr val="FFFFFF"/>
                </a:solidFill>
                <a:latin typeface="Roboto Black"/>
                <a:ea typeface="Roboto Black"/>
                <a:cs typeface="Roboto Black"/>
                <a:sym typeface="Roboto Black"/>
              </a:endParaRPr>
            </a:p>
          </p:txBody>
        </p:sp>
      </p:grpSp>
      <p:grpSp>
        <p:nvGrpSpPr>
          <p:cNvPr id="494" name="Google Shape;494;p27"/>
          <p:cNvGrpSpPr/>
          <p:nvPr/>
        </p:nvGrpSpPr>
        <p:grpSpPr>
          <a:xfrm>
            <a:off x="1491900" y="2099850"/>
            <a:ext cx="3590100" cy="943800"/>
            <a:chOff x="1491900" y="2099850"/>
            <a:chExt cx="3590100" cy="943800"/>
          </a:xfrm>
        </p:grpSpPr>
        <p:grpSp>
          <p:nvGrpSpPr>
            <p:cNvPr id="495" name="Google Shape;495;p27"/>
            <p:cNvGrpSpPr/>
            <p:nvPr/>
          </p:nvGrpSpPr>
          <p:grpSpPr>
            <a:xfrm>
              <a:off x="1491900" y="2099850"/>
              <a:ext cx="3590100" cy="943800"/>
              <a:chOff x="1491900" y="2099850"/>
              <a:chExt cx="3590100" cy="943800"/>
            </a:xfrm>
          </p:grpSpPr>
          <p:sp>
            <p:nvSpPr>
              <p:cNvPr id="496" name="Google Shape;496;p27"/>
              <p:cNvSpPr/>
              <p:nvPr/>
            </p:nvSpPr>
            <p:spPr>
              <a:xfrm>
                <a:off x="1491900" y="2099850"/>
                <a:ext cx="3590100" cy="943800"/>
              </a:xfrm>
              <a:prstGeom prst="roundRect">
                <a:avLst>
                  <a:gd fmla="val 21718" name="adj"/>
                </a:avLst>
              </a:prstGeom>
              <a:solidFill>
                <a:srgbClr val="FFFFFF"/>
              </a:solidFill>
              <a:ln>
                <a:noFill/>
              </a:ln>
              <a:effectLst>
                <a:outerShdw blurRad="171450" rotWithShape="0" algn="bl">
                  <a:srgbClr val="000000">
                    <a:alpha val="30196"/>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497" name="Google Shape;497;p27"/>
              <p:cNvSpPr/>
              <p:nvPr/>
            </p:nvSpPr>
            <p:spPr>
              <a:xfrm>
                <a:off x="1491900" y="2099850"/>
                <a:ext cx="1619700" cy="943800"/>
              </a:xfrm>
              <a:prstGeom prst="roundRect">
                <a:avLst>
                  <a:gd fmla="val 21718" name="adj"/>
                </a:avLst>
              </a:prstGeom>
              <a:solidFill>
                <a:srgbClr val="F854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grpSp>
        <p:sp>
          <p:nvSpPr>
            <p:cNvPr id="498" name="Google Shape;498;p27"/>
            <p:cNvSpPr/>
            <p:nvPr/>
          </p:nvSpPr>
          <p:spPr>
            <a:xfrm>
              <a:off x="3251225" y="2314500"/>
              <a:ext cx="1619700" cy="514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3500" u="none" cap="none" strike="noStrike">
                  <a:solidFill>
                    <a:srgbClr val="F85400"/>
                  </a:solidFill>
                  <a:latin typeface="Roboto Black"/>
                  <a:ea typeface="Roboto Black"/>
                  <a:cs typeface="Roboto Black"/>
                  <a:sym typeface="Roboto Black"/>
                </a:rPr>
                <a:t>XX</a:t>
              </a:r>
              <a:endParaRPr b="0" i="0" sz="3500" u="none" cap="none" strike="noStrike">
                <a:solidFill>
                  <a:srgbClr val="F85400"/>
                </a:solidFill>
                <a:latin typeface="Roboto Black"/>
                <a:ea typeface="Roboto Black"/>
                <a:cs typeface="Roboto Black"/>
                <a:sym typeface="Roboto Black"/>
              </a:endParaRPr>
            </a:p>
          </p:txBody>
        </p:sp>
        <p:sp>
          <p:nvSpPr>
            <p:cNvPr id="499" name="Google Shape;499;p27"/>
            <p:cNvSpPr/>
            <p:nvPr/>
          </p:nvSpPr>
          <p:spPr>
            <a:xfrm>
              <a:off x="1771200" y="2225550"/>
              <a:ext cx="1061100" cy="69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1200"/>
                </a:spcBef>
                <a:spcAft>
                  <a:spcPts val="1200"/>
                </a:spcAft>
                <a:buClr>
                  <a:schemeClr val="dk1"/>
                </a:buClr>
                <a:buSzPts val="1100"/>
                <a:buFont typeface="Arial"/>
                <a:buNone/>
              </a:pPr>
              <a:r>
                <a:rPr b="0" i="0" lang="pt-BR" sz="1800" u="none" cap="none" strike="noStrike">
                  <a:solidFill>
                    <a:srgbClr val="FFFFFF"/>
                  </a:solidFill>
                  <a:latin typeface="Roboto Black"/>
                  <a:ea typeface="Roboto Black"/>
                  <a:cs typeface="Roboto Black"/>
                  <a:sym typeface="Roboto Black"/>
                </a:rPr>
                <a:t>Clientes Ativos</a:t>
              </a:r>
              <a:endParaRPr b="0" i="0" sz="1800" u="none" cap="none" strike="noStrike">
                <a:solidFill>
                  <a:srgbClr val="FFFFFF"/>
                </a:solidFill>
                <a:latin typeface="Roboto Black"/>
                <a:ea typeface="Roboto Black"/>
                <a:cs typeface="Roboto Black"/>
                <a:sym typeface="Roboto Black"/>
              </a:endParaRPr>
            </a:p>
          </p:txBody>
        </p:sp>
      </p:grpSp>
      <p:grpSp>
        <p:nvGrpSpPr>
          <p:cNvPr id="500" name="Google Shape;500;p27"/>
          <p:cNvGrpSpPr/>
          <p:nvPr/>
        </p:nvGrpSpPr>
        <p:grpSpPr>
          <a:xfrm>
            <a:off x="1491900" y="3324900"/>
            <a:ext cx="3590100" cy="943800"/>
            <a:chOff x="1491900" y="3324900"/>
            <a:chExt cx="3590100" cy="943800"/>
          </a:xfrm>
        </p:grpSpPr>
        <p:grpSp>
          <p:nvGrpSpPr>
            <p:cNvPr id="501" name="Google Shape;501;p27"/>
            <p:cNvGrpSpPr/>
            <p:nvPr/>
          </p:nvGrpSpPr>
          <p:grpSpPr>
            <a:xfrm>
              <a:off x="1491900" y="3324900"/>
              <a:ext cx="3590100" cy="943800"/>
              <a:chOff x="1491900" y="3324900"/>
              <a:chExt cx="3590100" cy="943800"/>
            </a:xfrm>
          </p:grpSpPr>
          <p:sp>
            <p:nvSpPr>
              <p:cNvPr id="502" name="Google Shape;502;p27"/>
              <p:cNvSpPr/>
              <p:nvPr/>
            </p:nvSpPr>
            <p:spPr>
              <a:xfrm>
                <a:off x="1491900" y="3324900"/>
                <a:ext cx="3590100" cy="943800"/>
              </a:xfrm>
              <a:prstGeom prst="roundRect">
                <a:avLst>
                  <a:gd fmla="val 21718" name="adj"/>
                </a:avLst>
              </a:prstGeom>
              <a:solidFill>
                <a:srgbClr val="FFFFFF"/>
              </a:solidFill>
              <a:ln>
                <a:noFill/>
              </a:ln>
              <a:effectLst>
                <a:outerShdw blurRad="171450" rotWithShape="0" algn="bl">
                  <a:srgbClr val="000000">
                    <a:alpha val="30196"/>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03" name="Google Shape;503;p27"/>
              <p:cNvSpPr/>
              <p:nvPr/>
            </p:nvSpPr>
            <p:spPr>
              <a:xfrm>
                <a:off x="1491900" y="3324900"/>
                <a:ext cx="1619700" cy="943800"/>
              </a:xfrm>
              <a:prstGeom prst="roundRect">
                <a:avLst>
                  <a:gd fmla="val 21718" name="adj"/>
                </a:avLst>
              </a:prstGeom>
              <a:gradFill>
                <a:gsLst>
                  <a:gs pos="0">
                    <a:srgbClr val="F85400"/>
                  </a:gs>
                  <a:gs pos="100000">
                    <a:srgbClr val="FF9000"/>
                  </a:gs>
                </a:gsLst>
                <a:path path="circle">
                  <a:fillToRect b="0%" l="100%" r="0%" t="100%"/>
                </a:path>
                <a:tileRect b="-100%" l="0%" r="-100%" t="0%"/>
              </a:gra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grpSp>
        <p:sp>
          <p:nvSpPr>
            <p:cNvPr id="504" name="Google Shape;504;p27"/>
            <p:cNvSpPr/>
            <p:nvPr/>
          </p:nvSpPr>
          <p:spPr>
            <a:xfrm>
              <a:off x="3251225" y="3539550"/>
              <a:ext cx="1619700" cy="514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3500" u="none" cap="none" strike="noStrike">
                  <a:solidFill>
                    <a:srgbClr val="F85400"/>
                  </a:solidFill>
                  <a:latin typeface="Roboto Black"/>
                  <a:ea typeface="Roboto Black"/>
                  <a:cs typeface="Roboto Black"/>
                  <a:sym typeface="Roboto Black"/>
                </a:rPr>
                <a:t>XX</a:t>
              </a:r>
              <a:endParaRPr b="0" i="0" sz="3500" u="none" cap="none" strike="noStrike">
                <a:solidFill>
                  <a:srgbClr val="F85400"/>
                </a:solidFill>
                <a:latin typeface="Roboto Black"/>
                <a:ea typeface="Roboto Black"/>
                <a:cs typeface="Roboto Black"/>
                <a:sym typeface="Roboto Black"/>
              </a:endParaRPr>
            </a:p>
          </p:txBody>
        </p:sp>
        <p:sp>
          <p:nvSpPr>
            <p:cNvPr id="505" name="Google Shape;505;p27"/>
            <p:cNvSpPr/>
            <p:nvPr/>
          </p:nvSpPr>
          <p:spPr>
            <a:xfrm>
              <a:off x="1771200" y="3450600"/>
              <a:ext cx="1061100" cy="69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1200"/>
                </a:spcBef>
                <a:spcAft>
                  <a:spcPts val="1200"/>
                </a:spcAft>
                <a:buClr>
                  <a:schemeClr val="dk1"/>
                </a:buClr>
                <a:buSzPts val="1100"/>
                <a:buFont typeface="Arial"/>
                <a:buNone/>
              </a:pPr>
              <a:r>
                <a:rPr b="0" i="0" lang="pt-BR" sz="1800" u="none" cap="none" strike="noStrike">
                  <a:solidFill>
                    <a:srgbClr val="FFFFFF"/>
                  </a:solidFill>
                  <a:latin typeface="Roboto Black"/>
                  <a:ea typeface="Roboto Black"/>
                  <a:cs typeface="Roboto Black"/>
                  <a:sym typeface="Roboto Black"/>
                </a:rPr>
                <a:t>Lojas Ativas</a:t>
              </a:r>
              <a:endParaRPr b="0" i="0" sz="1800" u="none" cap="none" strike="noStrike">
                <a:solidFill>
                  <a:srgbClr val="FFFFFF"/>
                </a:solidFill>
                <a:latin typeface="Roboto Black"/>
                <a:ea typeface="Roboto Black"/>
                <a:cs typeface="Roboto Black"/>
                <a:sym typeface="Roboto Black"/>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28"/>
          <p:cNvSpPr/>
          <p:nvPr/>
        </p:nvSpPr>
        <p:spPr>
          <a:xfrm rot="-5400000">
            <a:off x="-1672350" y="2335201"/>
            <a:ext cx="4215300" cy="4731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200" u="none" cap="none" strike="noStrike">
                <a:solidFill>
                  <a:schemeClr val="lt1"/>
                </a:solidFill>
                <a:latin typeface="Roboto Black"/>
                <a:ea typeface="Roboto Black"/>
                <a:cs typeface="Roboto Black"/>
                <a:sym typeface="Roboto Black"/>
              </a:rPr>
              <a:t>Implementação do Mês</a:t>
            </a:r>
            <a:endParaRPr b="0" i="0" sz="2200" u="none" cap="none" strike="noStrike">
              <a:solidFill>
                <a:schemeClr val="lt1"/>
              </a:solidFill>
              <a:latin typeface="Roboto Black"/>
              <a:ea typeface="Roboto Black"/>
              <a:cs typeface="Roboto Black"/>
              <a:sym typeface="Roboto Black"/>
            </a:endParaRPr>
          </a:p>
        </p:txBody>
      </p:sp>
      <p:grpSp>
        <p:nvGrpSpPr>
          <p:cNvPr id="511" name="Google Shape;511;p28"/>
          <p:cNvGrpSpPr/>
          <p:nvPr/>
        </p:nvGrpSpPr>
        <p:grpSpPr>
          <a:xfrm>
            <a:off x="1491900" y="874025"/>
            <a:ext cx="4425300" cy="980400"/>
            <a:chOff x="1491900" y="909850"/>
            <a:chExt cx="4425300" cy="980400"/>
          </a:xfrm>
        </p:grpSpPr>
        <p:sp>
          <p:nvSpPr>
            <p:cNvPr id="512" name="Google Shape;512;p28"/>
            <p:cNvSpPr/>
            <p:nvPr/>
          </p:nvSpPr>
          <p:spPr>
            <a:xfrm>
              <a:off x="1491900" y="909850"/>
              <a:ext cx="4425300" cy="980400"/>
            </a:xfrm>
            <a:prstGeom prst="roundRect">
              <a:avLst>
                <a:gd fmla="val 21718" name="adj"/>
              </a:avLst>
            </a:prstGeom>
            <a:solidFill>
              <a:srgbClr val="FFFFFF"/>
            </a:solidFill>
            <a:ln>
              <a:noFill/>
            </a:ln>
            <a:effectLst>
              <a:outerShdw blurRad="171450" rotWithShape="0" algn="bl">
                <a:srgbClr val="000000">
                  <a:alpha val="30196"/>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13" name="Google Shape;513;p28"/>
            <p:cNvSpPr/>
            <p:nvPr/>
          </p:nvSpPr>
          <p:spPr>
            <a:xfrm>
              <a:off x="1491900" y="909850"/>
              <a:ext cx="1796400" cy="980400"/>
            </a:xfrm>
            <a:prstGeom prst="roundRect">
              <a:avLst>
                <a:gd fmla="val 21718" name="adj"/>
              </a:avLst>
            </a:prstGeom>
            <a:solidFill>
              <a:srgbClr val="FF90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14" name="Google Shape;514;p28"/>
            <p:cNvSpPr/>
            <p:nvPr/>
          </p:nvSpPr>
          <p:spPr>
            <a:xfrm>
              <a:off x="3436800" y="1086325"/>
              <a:ext cx="2270400" cy="41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3000" u="none" cap="none" strike="noStrike">
                  <a:solidFill>
                    <a:srgbClr val="F85400"/>
                  </a:solidFill>
                  <a:latin typeface="Roboto Black"/>
                  <a:ea typeface="Roboto Black"/>
                  <a:cs typeface="Roboto Black"/>
                  <a:sym typeface="Roboto Black"/>
                </a:rPr>
                <a:t>R$XX</a:t>
              </a:r>
              <a:endParaRPr b="0" i="0" sz="3000" u="none" cap="none" strike="noStrike">
                <a:solidFill>
                  <a:srgbClr val="F85400"/>
                </a:solidFill>
                <a:latin typeface="Roboto Black"/>
                <a:ea typeface="Roboto Black"/>
                <a:cs typeface="Roboto Black"/>
                <a:sym typeface="Roboto Black"/>
              </a:endParaRPr>
            </a:p>
          </p:txBody>
        </p:sp>
        <p:sp>
          <p:nvSpPr>
            <p:cNvPr id="515" name="Google Shape;515;p28"/>
            <p:cNvSpPr/>
            <p:nvPr/>
          </p:nvSpPr>
          <p:spPr>
            <a:xfrm>
              <a:off x="1719900" y="1157775"/>
              <a:ext cx="1340400" cy="27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1800" u="none" cap="none" strike="noStrike">
                  <a:solidFill>
                    <a:srgbClr val="FFFFFF"/>
                  </a:solidFill>
                  <a:latin typeface="Roboto Black"/>
                  <a:ea typeface="Roboto Black"/>
                  <a:cs typeface="Roboto Black"/>
                  <a:sym typeface="Roboto Black"/>
                </a:rPr>
                <a:t>Safra XX/XX</a:t>
              </a:r>
              <a:endParaRPr b="0" i="0" sz="1800" u="none" cap="none" strike="noStrike">
                <a:solidFill>
                  <a:srgbClr val="FFFFFF"/>
                </a:solidFill>
                <a:latin typeface="Roboto Black"/>
                <a:ea typeface="Roboto Black"/>
                <a:cs typeface="Roboto Black"/>
                <a:sym typeface="Roboto Black"/>
              </a:endParaRPr>
            </a:p>
          </p:txBody>
        </p:sp>
        <p:sp>
          <p:nvSpPr>
            <p:cNvPr id="516" name="Google Shape;516;p28"/>
            <p:cNvSpPr/>
            <p:nvPr/>
          </p:nvSpPr>
          <p:spPr>
            <a:xfrm>
              <a:off x="1719898" y="1472325"/>
              <a:ext cx="1340400" cy="170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29" u="none" cap="none" strike="noStrike">
                  <a:solidFill>
                    <a:schemeClr val="lt1"/>
                  </a:solidFill>
                  <a:latin typeface="Roboto"/>
                  <a:ea typeface="Roboto"/>
                  <a:cs typeface="Roboto"/>
                  <a:sym typeface="Roboto"/>
                </a:rPr>
                <a:t>XX operações</a:t>
              </a:r>
              <a:endParaRPr b="0" i="0" sz="1029" u="none" cap="none" strike="noStrike">
                <a:solidFill>
                  <a:schemeClr val="lt1"/>
                </a:solidFill>
                <a:latin typeface="Roboto"/>
                <a:ea typeface="Roboto"/>
                <a:cs typeface="Roboto"/>
                <a:sym typeface="Roboto"/>
              </a:endParaRPr>
            </a:p>
          </p:txBody>
        </p:sp>
        <p:sp>
          <p:nvSpPr>
            <p:cNvPr id="517" name="Google Shape;517;p28"/>
            <p:cNvSpPr/>
            <p:nvPr/>
          </p:nvSpPr>
          <p:spPr>
            <a:xfrm>
              <a:off x="3436800" y="1587975"/>
              <a:ext cx="2270400" cy="1701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1029" u="none" cap="none" strike="noStrike">
                  <a:solidFill>
                    <a:schemeClr val="dk1"/>
                  </a:solidFill>
                  <a:latin typeface="Roboto"/>
                  <a:ea typeface="Roboto"/>
                  <a:cs typeface="Roboto"/>
                  <a:sym typeface="Roboto"/>
                </a:rPr>
                <a:t>XX% da Carteira</a:t>
              </a:r>
              <a:endParaRPr b="0" i="0" sz="1029" u="none" cap="none" strike="noStrike">
                <a:solidFill>
                  <a:schemeClr val="dk1"/>
                </a:solidFill>
                <a:latin typeface="Roboto"/>
                <a:ea typeface="Roboto"/>
                <a:cs typeface="Roboto"/>
                <a:sym typeface="Roboto"/>
              </a:endParaRPr>
            </a:p>
          </p:txBody>
        </p:sp>
      </p:grpSp>
      <p:grpSp>
        <p:nvGrpSpPr>
          <p:cNvPr id="518" name="Google Shape;518;p28"/>
          <p:cNvGrpSpPr/>
          <p:nvPr/>
        </p:nvGrpSpPr>
        <p:grpSpPr>
          <a:xfrm>
            <a:off x="1491900" y="2081550"/>
            <a:ext cx="4425300" cy="980400"/>
            <a:chOff x="1491900" y="2117375"/>
            <a:chExt cx="4425300" cy="980400"/>
          </a:xfrm>
        </p:grpSpPr>
        <p:sp>
          <p:nvSpPr>
            <p:cNvPr id="519" name="Google Shape;519;p28"/>
            <p:cNvSpPr/>
            <p:nvPr/>
          </p:nvSpPr>
          <p:spPr>
            <a:xfrm>
              <a:off x="1491900" y="2117375"/>
              <a:ext cx="4425300" cy="980400"/>
            </a:xfrm>
            <a:prstGeom prst="roundRect">
              <a:avLst>
                <a:gd fmla="val 21718" name="adj"/>
              </a:avLst>
            </a:prstGeom>
            <a:solidFill>
              <a:srgbClr val="FFFFFF"/>
            </a:solidFill>
            <a:ln>
              <a:noFill/>
            </a:ln>
            <a:effectLst>
              <a:outerShdw blurRad="171450" rotWithShape="0" algn="bl">
                <a:srgbClr val="000000">
                  <a:alpha val="30196"/>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20" name="Google Shape;520;p28"/>
            <p:cNvSpPr/>
            <p:nvPr/>
          </p:nvSpPr>
          <p:spPr>
            <a:xfrm>
              <a:off x="1491900" y="2117375"/>
              <a:ext cx="1796400" cy="980400"/>
            </a:xfrm>
            <a:prstGeom prst="roundRect">
              <a:avLst>
                <a:gd fmla="val 21718" name="adj"/>
              </a:avLst>
            </a:prstGeom>
            <a:solidFill>
              <a:srgbClr val="F854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21" name="Google Shape;521;p28"/>
            <p:cNvSpPr/>
            <p:nvPr/>
          </p:nvSpPr>
          <p:spPr>
            <a:xfrm>
              <a:off x="3436800" y="2293850"/>
              <a:ext cx="2270400" cy="41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3000" u="none" cap="none" strike="noStrike">
                  <a:solidFill>
                    <a:srgbClr val="F85400"/>
                  </a:solidFill>
                  <a:latin typeface="Roboto Black"/>
                  <a:ea typeface="Roboto Black"/>
                  <a:cs typeface="Roboto Black"/>
                  <a:sym typeface="Roboto Black"/>
                </a:rPr>
                <a:t>R$XX</a:t>
              </a:r>
              <a:endParaRPr b="0" i="0" sz="3000" u="none" cap="none" strike="noStrike">
                <a:solidFill>
                  <a:srgbClr val="F85400"/>
                </a:solidFill>
                <a:latin typeface="Roboto Black"/>
                <a:ea typeface="Roboto Black"/>
                <a:cs typeface="Roboto Black"/>
                <a:sym typeface="Roboto Black"/>
              </a:endParaRPr>
            </a:p>
          </p:txBody>
        </p:sp>
        <p:sp>
          <p:nvSpPr>
            <p:cNvPr id="522" name="Google Shape;522;p28"/>
            <p:cNvSpPr/>
            <p:nvPr/>
          </p:nvSpPr>
          <p:spPr>
            <a:xfrm>
              <a:off x="1719900" y="2365300"/>
              <a:ext cx="1340400" cy="277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800" u="none" cap="none" strike="noStrike">
                  <a:solidFill>
                    <a:srgbClr val="FFFFFF"/>
                  </a:solidFill>
                  <a:latin typeface="Roboto Black"/>
                  <a:ea typeface="Roboto Black"/>
                  <a:cs typeface="Roboto Black"/>
                  <a:sym typeface="Roboto Black"/>
                </a:rPr>
                <a:t>Repasses</a:t>
              </a:r>
              <a:endParaRPr b="0" i="0" sz="1800" u="none" cap="none" strike="noStrike">
                <a:solidFill>
                  <a:srgbClr val="FFFFFF"/>
                </a:solidFill>
                <a:latin typeface="Roboto Black"/>
                <a:ea typeface="Roboto Black"/>
                <a:cs typeface="Roboto Black"/>
                <a:sym typeface="Roboto Black"/>
              </a:endParaRPr>
            </a:p>
          </p:txBody>
        </p:sp>
        <p:sp>
          <p:nvSpPr>
            <p:cNvPr id="523" name="Google Shape;523;p28"/>
            <p:cNvSpPr/>
            <p:nvPr/>
          </p:nvSpPr>
          <p:spPr>
            <a:xfrm>
              <a:off x="1719898" y="2679850"/>
              <a:ext cx="1340400" cy="170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29" u="none" cap="none" strike="noStrike">
                  <a:solidFill>
                    <a:schemeClr val="lt1"/>
                  </a:solidFill>
                  <a:latin typeface="Roboto"/>
                  <a:ea typeface="Roboto"/>
                  <a:cs typeface="Roboto"/>
                  <a:sym typeface="Roboto"/>
                </a:rPr>
                <a:t>XX operações</a:t>
              </a:r>
              <a:endParaRPr b="0" i="0" sz="1029" u="none" cap="none" strike="noStrike">
                <a:solidFill>
                  <a:schemeClr val="lt1"/>
                </a:solidFill>
                <a:latin typeface="Roboto"/>
                <a:ea typeface="Roboto"/>
                <a:cs typeface="Roboto"/>
                <a:sym typeface="Roboto"/>
              </a:endParaRPr>
            </a:p>
          </p:txBody>
        </p:sp>
        <p:sp>
          <p:nvSpPr>
            <p:cNvPr id="524" name="Google Shape;524;p28"/>
            <p:cNvSpPr/>
            <p:nvPr/>
          </p:nvSpPr>
          <p:spPr>
            <a:xfrm>
              <a:off x="3436800" y="2786375"/>
              <a:ext cx="2270400" cy="1701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1029" u="none" cap="none" strike="noStrike">
                  <a:solidFill>
                    <a:schemeClr val="dk1"/>
                  </a:solidFill>
                  <a:latin typeface="Roboto"/>
                  <a:ea typeface="Roboto"/>
                  <a:cs typeface="Roboto"/>
                  <a:sym typeface="Roboto"/>
                </a:rPr>
                <a:t>XX% da Carteira</a:t>
              </a:r>
              <a:endParaRPr b="0" i="0" sz="1029" u="none" cap="none" strike="noStrike">
                <a:solidFill>
                  <a:schemeClr val="dk1"/>
                </a:solidFill>
                <a:latin typeface="Roboto"/>
                <a:ea typeface="Roboto"/>
                <a:cs typeface="Roboto"/>
                <a:sym typeface="Roboto"/>
              </a:endParaRPr>
            </a:p>
          </p:txBody>
        </p:sp>
      </p:grpSp>
      <p:grpSp>
        <p:nvGrpSpPr>
          <p:cNvPr id="525" name="Google Shape;525;p28"/>
          <p:cNvGrpSpPr/>
          <p:nvPr/>
        </p:nvGrpSpPr>
        <p:grpSpPr>
          <a:xfrm>
            <a:off x="1491900" y="3289075"/>
            <a:ext cx="4425300" cy="980400"/>
            <a:chOff x="1491900" y="3324900"/>
            <a:chExt cx="4425300" cy="980400"/>
          </a:xfrm>
        </p:grpSpPr>
        <p:sp>
          <p:nvSpPr>
            <p:cNvPr id="526" name="Google Shape;526;p28"/>
            <p:cNvSpPr/>
            <p:nvPr/>
          </p:nvSpPr>
          <p:spPr>
            <a:xfrm>
              <a:off x="1491900" y="3324900"/>
              <a:ext cx="4425300" cy="980400"/>
            </a:xfrm>
            <a:prstGeom prst="roundRect">
              <a:avLst>
                <a:gd fmla="val 21718" name="adj"/>
              </a:avLst>
            </a:prstGeom>
            <a:solidFill>
              <a:srgbClr val="FFFFFF"/>
            </a:solidFill>
            <a:ln>
              <a:noFill/>
            </a:ln>
            <a:effectLst>
              <a:outerShdw blurRad="171450" rotWithShape="0" algn="bl">
                <a:srgbClr val="000000">
                  <a:alpha val="30196"/>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27" name="Google Shape;527;p28"/>
            <p:cNvSpPr/>
            <p:nvPr/>
          </p:nvSpPr>
          <p:spPr>
            <a:xfrm>
              <a:off x="1491900" y="3324900"/>
              <a:ext cx="1796400" cy="980400"/>
            </a:xfrm>
            <a:prstGeom prst="roundRect">
              <a:avLst>
                <a:gd fmla="val 21718" name="adj"/>
              </a:avLst>
            </a:prstGeom>
            <a:gradFill>
              <a:gsLst>
                <a:gs pos="0">
                  <a:srgbClr val="F85400"/>
                </a:gs>
                <a:gs pos="100000">
                  <a:srgbClr val="FF9000"/>
                </a:gs>
              </a:gsLst>
              <a:path path="circle">
                <a:fillToRect b="0%" l="100%" r="0%" t="100%"/>
              </a:path>
              <a:tileRect b="-100%" l="0%" r="-100%" t="0%"/>
            </a:gra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28" name="Google Shape;528;p28"/>
            <p:cNvSpPr/>
            <p:nvPr/>
          </p:nvSpPr>
          <p:spPr>
            <a:xfrm>
              <a:off x="3436800" y="3501375"/>
              <a:ext cx="2270400" cy="41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3000" u="none" cap="none" strike="noStrike">
                  <a:solidFill>
                    <a:srgbClr val="F85400"/>
                  </a:solidFill>
                  <a:latin typeface="Roboto Black"/>
                  <a:ea typeface="Roboto Black"/>
                  <a:cs typeface="Roboto Black"/>
                  <a:sym typeface="Roboto Black"/>
                </a:rPr>
                <a:t>R$XX</a:t>
              </a:r>
              <a:endParaRPr b="0" i="0" sz="3000" u="none" cap="none" strike="noStrike">
                <a:solidFill>
                  <a:srgbClr val="F85400"/>
                </a:solidFill>
                <a:latin typeface="Roboto Black"/>
                <a:ea typeface="Roboto Black"/>
                <a:cs typeface="Roboto Black"/>
                <a:sym typeface="Roboto Black"/>
              </a:endParaRPr>
            </a:p>
          </p:txBody>
        </p:sp>
        <p:sp>
          <p:nvSpPr>
            <p:cNvPr id="529" name="Google Shape;529;p28"/>
            <p:cNvSpPr/>
            <p:nvPr/>
          </p:nvSpPr>
          <p:spPr>
            <a:xfrm>
              <a:off x="1719900" y="3572825"/>
              <a:ext cx="1436400" cy="277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800" u="none" cap="none" strike="noStrike">
                  <a:solidFill>
                    <a:srgbClr val="FFFFFF"/>
                  </a:solidFill>
                  <a:latin typeface="Roboto Black"/>
                  <a:ea typeface="Roboto Black"/>
                  <a:cs typeface="Roboto Black"/>
                  <a:sym typeface="Roboto Black"/>
                </a:rPr>
                <a:t>GMV</a:t>
              </a:r>
              <a:r>
                <a:rPr b="0" i="0" lang="pt-BR" sz="900" u="none" cap="none" strike="noStrike">
                  <a:solidFill>
                    <a:srgbClr val="FFFFFF"/>
                  </a:solidFill>
                  <a:latin typeface="Roboto Black"/>
                  <a:ea typeface="Roboto Black"/>
                  <a:cs typeface="Roboto Black"/>
                  <a:sym typeface="Roboto Black"/>
                </a:rPr>
                <a:t> </a:t>
              </a:r>
              <a:r>
                <a:rPr b="0" i="1" lang="pt-BR" sz="900" u="none" cap="none" strike="noStrike">
                  <a:solidFill>
                    <a:srgbClr val="FFFFFF"/>
                  </a:solidFill>
                  <a:latin typeface="Roboto"/>
                  <a:ea typeface="Roboto"/>
                  <a:cs typeface="Roboto"/>
                  <a:sym typeface="Roboto"/>
                </a:rPr>
                <a:t>(total da carteira)</a:t>
              </a:r>
              <a:endParaRPr b="0" i="1" sz="900" u="none" cap="none" strike="noStrike">
                <a:solidFill>
                  <a:srgbClr val="FFFFFF"/>
                </a:solidFill>
                <a:latin typeface="Roboto"/>
                <a:ea typeface="Roboto"/>
                <a:cs typeface="Roboto"/>
                <a:sym typeface="Roboto"/>
              </a:endParaRPr>
            </a:p>
          </p:txBody>
        </p:sp>
        <p:sp>
          <p:nvSpPr>
            <p:cNvPr id="530" name="Google Shape;530;p28"/>
            <p:cNvSpPr/>
            <p:nvPr/>
          </p:nvSpPr>
          <p:spPr>
            <a:xfrm>
              <a:off x="1719898" y="3887375"/>
              <a:ext cx="1340400" cy="170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29" u="none" cap="none" strike="noStrike">
                  <a:solidFill>
                    <a:schemeClr val="lt1"/>
                  </a:solidFill>
                  <a:latin typeface="Roboto"/>
                  <a:ea typeface="Roboto"/>
                  <a:cs typeface="Roboto"/>
                  <a:sym typeface="Roboto"/>
                </a:rPr>
                <a:t>XX operações</a:t>
              </a:r>
              <a:endParaRPr b="0" i="0" sz="1029" u="none" cap="none" strike="noStrike">
                <a:solidFill>
                  <a:schemeClr val="lt1"/>
                </a:solidFill>
                <a:latin typeface="Roboto"/>
                <a:ea typeface="Roboto"/>
                <a:cs typeface="Roboto"/>
                <a:sym typeface="Roboto"/>
              </a:endParaRPr>
            </a:p>
          </p:txBody>
        </p:sp>
        <p:sp>
          <p:nvSpPr>
            <p:cNvPr id="531" name="Google Shape;531;p28"/>
            <p:cNvSpPr/>
            <p:nvPr/>
          </p:nvSpPr>
          <p:spPr>
            <a:xfrm>
              <a:off x="3436800" y="3997800"/>
              <a:ext cx="2270400" cy="1701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1029" u="none" cap="none" strike="noStrike">
                  <a:solidFill>
                    <a:schemeClr val="dk1"/>
                  </a:solidFill>
                  <a:latin typeface="Roboto"/>
                  <a:ea typeface="Roboto"/>
                  <a:cs typeface="Roboto"/>
                  <a:sym typeface="Roboto"/>
                </a:rPr>
                <a:t>XX% do GMV da Rede</a:t>
              </a:r>
              <a:endParaRPr b="0" i="0" sz="1029" u="none" cap="none" strike="noStrike">
                <a:solidFill>
                  <a:schemeClr val="dk1"/>
                </a:solidFill>
                <a:latin typeface="Roboto"/>
                <a:ea typeface="Roboto"/>
                <a:cs typeface="Roboto"/>
                <a:sym typeface="Roboto"/>
              </a:endParaRPr>
            </a:p>
          </p:txBody>
        </p:sp>
      </p:grpSp>
      <p:grpSp>
        <p:nvGrpSpPr>
          <p:cNvPr id="532" name="Google Shape;532;p28"/>
          <p:cNvGrpSpPr/>
          <p:nvPr/>
        </p:nvGrpSpPr>
        <p:grpSpPr>
          <a:xfrm>
            <a:off x="5347800" y="3961975"/>
            <a:ext cx="569400" cy="307500"/>
            <a:chOff x="6131500" y="1873575"/>
            <a:chExt cx="569400" cy="307500"/>
          </a:xfrm>
        </p:grpSpPr>
        <p:sp>
          <p:nvSpPr>
            <p:cNvPr id="533" name="Google Shape;533;p28"/>
            <p:cNvSpPr/>
            <p:nvPr/>
          </p:nvSpPr>
          <p:spPr>
            <a:xfrm>
              <a:off x="6131500" y="1873575"/>
              <a:ext cx="569400" cy="307500"/>
            </a:xfrm>
            <a:prstGeom prst="roundRect">
              <a:avLst>
                <a:gd fmla="val 0" name="adj"/>
              </a:avLst>
            </a:prstGeom>
            <a:solidFill>
              <a:srgbClr val="34A85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28"/>
            <p:cNvSpPr/>
            <p:nvPr/>
          </p:nvSpPr>
          <p:spPr>
            <a:xfrm>
              <a:off x="6164850" y="1923900"/>
              <a:ext cx="502500" cy="207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946" u="none" cap="none" strike="noStrike">
                  <a:solidFill>
                    <a:srgbClr val="FFFFFF"/>
                  </a:solidFill>
                  <a:latin typeface="Roboto Black"/>
                  <a:ea typeface="Roboto Black"/>
                  <a:cs typeface="Roboto Black"/>
                  <a:sym typeface="Roboto Black"/>
                </a:rPr>
                <a:t>+ XX%</a:t>
              </a:r>
              <a:endParaRPr b="0" i="0" sz="946" u="none" cap="none" strike="noStrike">
                <a:solidFill>
                  <a:srgbClr val="FFFFFF"/>
                </a:solidFill>
                <a:latin typeface="Roboto Black"/>
                <a:ea typeface="Roboto Black"/>
                <a:cs typeface="Roboto Black"/>
                <a:sym typeface="Roboto Black"/>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9"/>
          <p:cNvSpPr/>
          <p:nvPr/>
        </p:nvSpPr>
        <p:spPr>
          <a:xfrm rot="-5400000">
            <a:off x="-1672350" y="2335201"/>
            <a:ext cx="4215300" cy="4731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200" u="none" cap="none" strike="noStrike">
                <a:solidFill>
                  <a:schemeClr val="lt1"/>
                </a:solidFill>
                <a:latin typeface="Roboto Black"/>
                <a:ea typeface="Roboto Black"/>
                <a:cs typeface="Roboto Black"/>
                <a:sym typeface="Roboto Black"/>
              </a:rPr>
              <a:t>Implementação do Mês</a:t>
            </a:r>
            <a:endParaRPr b="0" i="0" sz="2200" u="none" cap="none" strike="noStrike">
              <a:solidFill>
                <a:schemeClr val="lt1"/>
              </a:solidFill>
              <a:latin typeface="Roboto Black"/>
              <a:ea typeface="Roboto Black"/>
              <a:cs typeface="Roboto Black"/>
              <a:sym typeface="Roboto Black"/>
            </a:endParaRPr>
          </a:p>
        </p:txBody>
      </p:sp>
      <p:grpSp>
        <p:nvGrpSpPr>
          <p:cNvPr id="540" name="Google Shape;540;p29"/>
          <p:cNvGrpSpPr/>
          <p:nvPr/>
        </p:nvGrpSpPr>
        <p:grpSpPr>
          <a:xfrm>
            <a:off x="1491900" y="897063"/>
            <a:ext cx="4548300" cy="1552800"/>
            <a:chOff x="1491900" y="897063"/>
            <a:chExt cx="4548300" cy="1552800"/>
          </a:xfrm>
        </p:grpSpPr>
        <p:sp>
          <p:nvSpPr>
            <p:cNvPr id="541" name="Google Shape;541;p29"/>
            <p:cNvSpPr/>
            <p:nvPr/>
          </p:nvSpPr>
          <p:spPr>
            <a:xfrm>
              <a:off x="1491900" y="897063"/>
              <a:ext cx="4548300" cy="1552800"/>
            </a:xfrm>
            <a:prstGeom prst="roundRect">
              <a:avLst>
                <a:gd fmla="val 21718" name="adj"/>
              </a:avLst>
            </a:prstGeom>
            <a:solidFill>
              <a:srgbClr val="FFFFFF"/>
            </a:solidFill>
            <a:ln>
              <a:noFill/>
            </a:ln>
            <a:effectLst>
              <a:outerShdw blurRad="171450" rotWithShape="0" algn="bl">
                <a:srgbClr val="000000">
                  <a:alpha val="30196"/>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42" name="Google Shape;542;p29"/>
            <p:cNvSpPr/>
            <p:nvPr/>
          </p:nvSpPr>
          <p:spPr>
            <a:xfrm>
              <a:off x="1491900" y="897063"/>
              <a:ext cx="1944900" cy="1552800"/>
            </a:xfrm>
            <a:prstGeom prst="roundRect">
              <a:avLst>
                <a:gd fmla="val 21718" name="adj"/>
              </a:avLst>
            </a:prstGeom>
            <a:solidFill>
              <a:srgbClr val="FF90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43" name="Google Shape;543;p29"/>
            <p:cNvSpPr/>
            <p:nvPr/>
          </p:nvSpPr>
          <p:spPr>
            <a:xfrm>
              <a:off x="1794150" y="1534563"/>
              <a:ext cx="1340400" cy="277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800" u="none" cap="none" strike="noStrike">
                  <a:solidFill>
                    <a:srgbClr val="FFFFFF"/>
                  </a:solidFill>
                  <a:latin typeface="Roboto Black"/>
                  <a:ea typeface="Roboto Black"/>
                  <a:cs typeface="Roboto Black"/>
                  <a:sym typeface="Roboto Black"/>
                </a:rPr>
                <a:t>Treinamento</a:t>
              </a:r>
              <a:endParaRPr b="0" i="0" sz="1800" u="none" cap="none" strike="noStrike">
                <a:solidFill>
                  <a:srgbClr val="FFFFFF"/>
                </a:solidFill>
                <a:latin typeface="Roboto Black"/>
                <a:ea typeface="Roboto Black"/>
                <a:cs typeface="Roboto Black"/>
                <a:sym typeface="Roboto Black"/>
              </a:endParaRPr>
            </a:p>
          </p:txBody>
        </p:sp>
        <p:sp>
          <p:nvSpPr>
            <p:cNvPr id="544" name="Google Shape;544;p29"/>
            <p:cNvSpPr/>
            <p:nvPr/>
          </p:nvSpPr>
          <p:spPr>
            <a:xfrm>
              <a:off x="3626500" y="1081863"/>
              <a:ext cx="2167500" cy="118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1226" u="none" cap="none" strike="noStrike">
                  <a:solidFill>
                    <a:srgbClr val="000000"/>
                  </a:solidFill>
                  <a:latin typeface="Roboto"/>
                  <a:ea typeface="Roboto"/>
                  <a:cs typeface="Roboto"/>
                  <a:sym typeface="Roboto"/>
                </a:rPr>
                <a:t>Colocar o texto aqui</a:t>
              </a:r>
              <a:br>
                <a:rPr b="0" i="0" lang="pt-BR" sz="1226" u="none" cap="none" strike="noStrike">
                  <a:solidFill>
                    <a:srgbClr val="000000"/>
                  </a:solidFill>
                  <a:latin typeface="Roboto"/>
                  <a:ea typeface="Roboto"/>
                  <a:cs typeface="Roboto"/>
                  <a:sym typeface="Roboto"/>
                </a:rPr>
              </a:br>
              <a:r>
                <a:rPr b="0" i="0" lang="pt-BR" sz="1226" u="none" cap="none" strike="noStrike">
                  <a:solidFill>
                    <a:srgbClr val="000000"/>
                  </a:solidFill>
                  <a:latin typeface="Roboto"/>
                  <a:ea typeface="Roboto"/>
                  <a:cs typeface="Roboto"/>
                  <a:sym typeface="Roboto"/>
                </a:rPr>
                <a:t>Colocar o texto aqui</a:t>
              </a:r>
              <a:br>
                <a:rPr b="0" i="0" lang="pt-BR" sz="1226" u="none" cap="none" strike="noStrike">
                  <a:solidFill>
                    <a:srgbClr val="000000"/>
                  </a:solidFill>
                  <a:latin typeface="Roboto"/>
                  <a:ea typeface="Roboto"/>
                  <a:cs typeface="Roboto"/>
                  <a:sym typeface="Roboto"/>
                </a:rPr>
              </a:br>
              <a:r>
                <a:rPr b="0" i="0" lang="pt-BR" sz="1226" u="none" cap="none" strike="noStrike">
                  <a:solidFill>
                    <a:srgbClr val="000000"/>
                  </a:solidFill>
                  <a:latin typeface="Roboto"/>
                  <a:ea typeface="Roboto"/>
                  <a:cs typeface="Roboto"/>
                  <a:sym typeface="Roboto"/>
                </a:rPr>
                <a:t>Colocar o texto aqui</a:t>
              </a:r>
              <a:endParaRPr b="0" i="0" sz="1226" u="none" cap="none" strike="noStrike">
                <a:solidFill>
                  <a:srgbClr val="000000"/>
                </a:solidFill>
                <a:latin typeface="Roboto"/>
                <a:ea typeface="Roboto"/>
                <a:cs typeface="Roboto"/>
                <a:sym typeface="Roboto"/>
              </a:endParaRPr>
            </a:p>
          </p:txBody>
        </p:sp>
      </p:grpSp>
      <p:grpSp>
        <p:nvGrpSpPr>
          <p:cNvPr id="545" name="Google Shape;545;p29"/>
          <p:cNvGrpSpPr/>
          <p:nvPr/>
        </p:nvGrpSpPr>
        <p:grpSpPr>
          <a:xfrm>
            <a:off x="1491900" y="2693638"/>
            <a:ext cx="4548300" cy="1552800"/>
            <a:chOff x="1491900" y="2693638"/>
            <a:chExt cx="4548300" cy="1552800"/>
          </a:xfrm>
        </p:grpSpPr>
        <p:sp>
          <p:nvSpPr>
            <p:cNvPr id="546" name="Google Shape;546;p29"/>
            <p:cNvSpPr/>
            <p:nvPr/>
          </p:nvSpPr>
          <p:spPr>
            <a:xfrm>
              <a:off x="1491900" y="2693638"/>
              <a:ext cx="4548300" cy="1552800"/>
            </a:xfrm>
            <a:prstGeom prst="roundRect">
              <a:avLst>
                <a:gd fmla="val 21718" name="adj"/>
              </a:avLst>
            </a:prstGeom>
            <a:solidFill>
              <a:srgbClr val="FFFFFF"/>
            </a:solidFill>
            <a:ln>
              <a:noFill/>
            </a:ln>
            <a:effectLst>
              <a:outerShdw blurRad="171450" rotWithShape="0" algn="bl">
                <a:srgbClr val="000000">
                  <a:alpha val="30196"/>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47" name="Google Shape;547;p29"/>
            <p:cNvSpPr/>
            <p:nvPr/>
          </p:nvSpPr>
          <p:spPr>
            <a:xfrm>
              <a:off x="1491900" y="2693638"/>
              <a:ext cx="1944900" cy="1552800"/>
            </a:xfrm>
            <a:prstGeom prst="roundRect">
              <a:avLst>
                <a:gd fmla="val 21718" name="adj"/>
              </a:avLst>
            </a:prstGeom>
            <a:solidFill>
              <a:srgbClr val="F85400"/>
            </a:solidFill>
            <a:ln>
              <a:noFill/>
            </a:ln>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48" name="Google Shape;548;p29"/>
            <p:cNvSpPr/>
            <p:nvPr/>
          </p:nvSpPr>
          <p:spPr>
            <a:xfrm>
              <a:off x="1730400" y="3331138"/>
              <a:ext cx="1467900" cy="2778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1800" u="none" cap="none" strike="noStrike">
                  <a:solidFill>
                    <a:srgbClr val="FFFFFF"/>
                  </a:solidFill>
                  <a:latin typeface="Roboto Black"/>
                  <a:ea typeface="Roboto Black"/>
                  <a:cs typeface="Roboto Black"/>
                  <a:sym typeface="Roboto Black"/>
                </a:rPr>
                <a:t>Lançamentos</a:t>
              </a:r>
              <a:endParaRPr b="0" i="0" sz="1800" u="none" cap="none" strike="noStrike">
                <a:solidFill>
                  <a:srgbClr val="FFFFFF"/>
                </a:solidFill>
                <a:latin typeface="Roboto Black"/>
                <a:ea typeface="Roboto Black"/>
                <a:cs typeface="Roboto Black"/>
                <a:sym typeface="Roboto Black"/>
              </a:endParaRPr>
            </a:p>
          </p:txBody>
        </p:sp>
        <p:sp>
          <p:nvSpPr>
            <p:cNvPr id="549" name="Google Shape;549;p29"/>
            <p:cNvSpPr/>
            <p:nvPr/>
          </p:nvSpPr>
          <p:spPr>
            <a:xfrm>
              <a:off x="3626500" y="2878438"/>
              <a:ext cx="2167500" cy="118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1226" u="none" cap="none" strike="noStrike">
                  <a:solidFill>
                    <a:srgbClr val="000000"/>
                  </a:solidFill>
                  <a:latin typeface="Roboto"/>
                  <a:ea typeface="Roboto"/>
                  <a:cs typeface="Roboto"/>
                  <a:sym typeface="Roboto"/>
                </a:rPr>
                <a:t>Colocar o texto aqui</a:t>
              </a:r>
              <a:br>
                <a:rPr b="0" i="0" lang="pt-BR" sz="1226" u="none" cap="none" strike="noStrike">
                  <a:solidFill>
                    <a:srgbClr val="000000"/>
                  </a:solidFill>
                  <a:latin typeface="Roboto"/>
                  <a:ea typeface="Roboto"/>
                  <a:cs typeface="Roboto"/>
                  <a:sym typeface="Roboto"/>
                </a:rPr>
              </a:br>
              <a:r>
                <a:rPr b="0" i="0" lang="pt-BR" sz="1226" u="none" cap="none" strike="noStrike">
                  <a:solidFill>
                    <a:srgbClr val="000000"/>
                  </a:solidFill>
                  <a:latin typeface="Roboto"/>
                  <a:ea typeface="Roboto"/>
                  <a:cs typeface="Roboto"/>
                  <a:sym typeface="Roboto"/>
                </a:rPr>
                <a:t>Colocar o texto aqui</a:t>
              </a:r>
              <a:br>
                <a:rPr b="0" i="0" lang="pt-BR" sz="1226" u="none" cap="none" strike="noStrike">
                  <a:solidFill>
                    <a:srgbClr val="000000"/>
                  </a:solidFill>
                  <a:latin typeface="Roboto"/>
                  <a:ea typeface="Roboto"/>
                  <a:cs typeface="Roboto"/>
                  <a:sym typeface="Roboto"/>
                </a:rPr>
              </a:br>
              <a:r>
                <a:rPr b="0" i="0" lang="pt-BR" sz="1226" u="none" cap="none" strike="noStrike">
                  <a:solidFill>
                    <a:srgbClr val="000000"/>
                  </a:solidFill>
                  <a:latin typeface="Roboto"/>
                  <a:ea typeface="Roboto"/>
                  <a:cs typeface="Roboto"/>
                  <a:sym typeface="Roboto"/>
                </a:rPr>
                <a:t>Colocar o texto aqui</a:t>
              </a:r>
              <a:endParaRPr b="0" i="0" sz="1226" u="none" cap="none" strike="noStrike">
                <a:solidFill>
                  <a:srgbClr val="000000"/>
                </a:solidFill>
                <a:latin typeface="Roboto"/>
                <a:ea typeface="Roboto"/>
                <a:cs typeface="Roboto"/>
                <a:sym typeface="Roboto"/>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1"/>
          <p:cNvSpPr/>
          <p:nvPr/>
        </p:nvSpPr>
        <p:spPr>
          <a:xfrm rot="-5400000">
            <a:off x="-1672350" y="2335201"/>
            <a:ext cx="4215300" cy="4731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200" u="none" cap="none" strike="noStrike">
                <a:solidFill>
                  <a:schemeClr val="lt1"/>
                </a:solidFill>
                <a:latin typeface="Roboto Black"/>
                <a:ea typeface="Roboto Black"/>
                <a:cs typeface="Roboto Black"/>
                <a:sym typeface="Roboto Black"/>
              </a:rPr>
              <a:t>Implementação do Mês</a:t>
            </a:r>
            <a:endParaRPr b="0" i="0" sz="2200" u="none" cap="none" strike="noStrike">
              <a:solidFill>
                <a:schemeClr val="lt1"/>
              </a:solidFill>
              <a:latin typeface="Roboto Black"/>
              <a:ea typeface="Roboto Black"/>
              <a:cs typeface="Roboto Black"/>
              <a:sym typeface="Roboto Black"/>
            </a:endParaRPr>
          </a:p>
        </p:txBody>
      </p:sp>
      <p:sp>
        <p:nvSpPr>
          <p:cNvPr id="555" name="Google Shape;555;p31"/>
          <p:cNvSpPr/>
          <p:nvPr/>
        </p:nvSpPr>
        <p:spPr>
          <a:xfrm>
            <a:off x="1728575" y="766750"/>
            <a:ext cx="1323300" cy="230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42" u="none" cap="none" strike="noStrike">
                <a:solidFill>
                  <a:srgbClr val="F85400"/>
                </a:solidFill>
                <a:latin typeface="Roboto Black"/>
                <a:ea typeface="Roboto Black"/>
                <a:cs typeface="Roboto Black"/>
                <a:sym typeface="Roboto Black"/>
              </a:rPr>
              <a:t>Cidade | Estado</a:t>
            </a:r>
            <a:endParaRPr b="0" i="0" sz="1042" u="none" cap="none" strike="noStrike">
              <a:solidFill>
                <a:srgbClr val="F85400"/>
              </a:solidFill>
              <a:latin typeface="Roboto Black"/>
              <a:ea typeface="Roboto Black"/>
              <a:cs typeface="Roboto Black"/>
              <a:sym typeface="Roboto Black"/>
            </a:endParaRPr>
          </a:p>
        </p:txBody>
      </p:sp>
      <p:sp>
        <p:nvSpPr>
          <p:cNvPr id="556" name="Google Shape;556;p31"/>
          <p:cNvSpPr/>
          <p:nvPr/>
        </p:nvSpPr>
        <p:spPr>
          <a:xfrm>
            <a:off x="3551475" y="771300"/>
            <a:ext cx="937800" cy="230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42" u="none" cap="none" strike="noStrike">
                <a:solidFill>
                  <a:srgbClr val="F85400"/>
                </a:solidFill>
                <a:latin typeface="Roboto Black"/>
                <a:ea typeface="Roboto Black"/>
                <a:cs typeface="Roboto Black"/>
                <a:sym typeface="Roboto Black"/>
              </a:rPr>
              <a:t>Pop.: XXXXX</a:t>
            </a:r>
            <a:endParaRPr b="0" i="0" sz="1042" u="none" cap="none" strike="noStrike">
              <a:solidFill>
                <a:srgbClr val="F85400"/>
              </a:solidFill>
              <a:latin typeface="Roboto Black"/>
              <a:ea typeface="Roboto Black"/>
              <a:cs typeface="Roboto Black"/>
              <a:sym typeface="Roboto Black"/>
            </a:endParaRPr>
          </a:p>
        </p:txBody>
      </p:sp>
      <p:grpSp>
        <p:nvGrpSpPr>
          <p:cNvPr id="557" name="Google Shape;557;p31"/>
          <p:cNvGrpSpPr/>
          <p:nvPr/>
        </p:nvGrpSpPr>
        <p:grpSpPr>
          <a:xfrm>
            <a:off x="1293987" y="692598"/>
            <a:ext cx="369600" cy="369600"/>
            <a:chOff x="1377687" y="648648"/>
            <a:chExt cx="369600" cy="369600"/>
          </a:xfrm>
        </p:grpSpPr>
        <p:sp>
          <p:nvSpPr>
            <p:cNvPr id="558" name="Google Shape;558;p31"/>
            <p:cNvSpPr/>
            <p:nvPr/>
          </p:nvSpPr>
          <p:spPr>
            <a:xfrm>
              <a:off x="1377687" y="648648"/>
              <a:ext cx="369600" cy="3696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43600" lIns="43600" spcFirstLastPara="1" rIns="43600" wrap="square" tIns="43600">
              <a:noAutofit/>
            </a:bodyPr>
            <a:lstStyle/>
            <a:p>
              <a:pPr indent="0" lvl="0" marL="0" marR="0" rtl="0" algn="ctr">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pic>
          <p:nvPicPr>
            <p:cNvPr id="559" name="Google Shape;559;p31"/>
            <p:cNvPicPr preferRelativeResize="0"/>
            <p:nvPr/>
          </p:nvPicPr>
          <p:blipFill rotWithShape="1">
            <a:blip r:embed="rId3">
              <a:alphaModFix/>
            </a:blip>
            <a:srcRect b="0" l="0" r="0" t="0"/>
            <a:stretch/>
          </p:blipFill>
          <p:spPr>
            <a:xfrm>
              <a:off x="1494277" y="742525"/>
              <a:ext cx="136387" cy="181850"/>
            </a:xfrm>
            <a:prstGeom prst="rect">
              <a:avLst/>
            </a:prstGeom>
            <a:noFill/>
            <a:ln>
              <a:noFill/>
            </a:ln>
          </p:spPr>
        </p:pic>
      </p:grpSp>
      <p:grpSp>
        <p:nvGrpSpPr>
          <p:cNvPr id="560" name="Google Shape;560;p31"/>
          <p:cNvGrpSpPr/>
          <p:nvPr/>
        </p:nvGrpSpPr>
        <p:grpSpPr>
          <a:xfrm>
            <a:off x="3116887" y="697148"/>
            <a:ext cx="369600" cy="369600"/>
            <a:chOff x="3223787" y="653198"/>
            <a:chExt cx="369600" cy="369600"/>
          </a:xfrm>
        </p:grpSpPr>
        <p:sp>
          <p:nvSpPr>
            <p:cNvPr id="561" name="Google Shape;561;p31"/>
            <p:cNvSpPr/>
            <p:nvPr/>
          </p:nvSpPr>
          <p:spPr>
            <a:xfrm>
              <a:off x="3223787" y="653198"/>
              <a:ext cx="369600" cy="3696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43600" lIns="43600" spcFirstLastPara="1" rIns="43600" wrap="square" tIns="43600">
              <a:noAutofit/>
            </a:bodyPr>
            <a:lstStyle/>
            <a:p>
              <a:pPr indent="0" lvl="0" marL="0" marR="0" rtl="0" algn="ctr">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pic>
          <p:nvPicPr>
            <p:cNvPr id="562" name="Google Shape;562;p31"/>
            <p:cNvPicPr preferRelativeResize="0"/>
            <p:nvPr/>
          </p:nvPicPr>
          <p:blipFill rotWithShape="1">
            <a:blip r:embed="rId4">
              <a:alphaModFix/>
            </a:blip>
            <a:srcRect b="0" l="0" r="0" t="0"/>
            <a:stretch/>
          </p:blipFill>
          <p:spPr>
            <a:xfrm>
              <a:off x="3363664" y="718250"/>
              <a:ext cx="89820" cy="239501"/>
            </a:xfrm>
            <a:prstGeom prst="rect">
              <a:avLst/>
            </a:prstGeom>
            <a:noFill/>
            <a:ln>
              <a:noFill/>
            </a:ln>
          </p:spPr>
        </p:pic>
      </p:grpSp>
      <p:cxnSp>
        <p:nvCxnSpPr>
          <p:cNvPr id="563" name="Google Shape;563;p31"/>
          <p:cNvCxnSpPr/>
          <p:nvPr/>
        </p:nvCxnSpPr>
        <p:spPr>
          <a:xfrm flipH="1">
            <a:off x="5015600" y="650625"/>
            <a:ext cx="4800" cy="4210500"/>
          </a:xfrm>
          <a:prstGeom prst="straightConnector1">
            <a:avLst/>
          </a:prstGeom>
          <a:noFill/>
          <a:ln cap="flat" cmpd="sng" w="19050">
            <a:solidFill>
              <a:srgbClr val="FF9000"/>
            </a:solidFill>
            <a:prstDash val="solid"/>
            <a:round/>
            <a:headEnd len="sm" w="sm" type="none"/>
            <a:tailEnd len="sm" w="sm" type="none"/>
          </a:ln>
        </p:spPr>
      </p:cxnSp>
      <p:sp>
        <p:nvSpPr>
          <p:cNvPr id="564" name="Google Shape;564;p31"/>
          <p:cNvSpPr/>
          <p:nvPr/>
        </p:nvSpPr>
        <p:spPr>
          <a:xfrm>
            <a:off x="5919250" y="764475"/>
            <a:ext cx="1323300" cy="230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42" u="none" cap="none" strike="noStrike">
                <a:solidFill>
                  <a:srgbClr val="F85400"/>
                </a:solidFill>
                <a:latin typeface="Roboto Black"/>
                <a:ea typeface="Roboto Black"/>
                <a:cs typeface="Roboto Black"/>
                <a:sym typeface="Roboto Black"/>
              </a:rPr>
              <a:t>Cidade | Estado</a:t>
            </a:r>
            <a:endParaRPr b="0" i="0" sz="1042" u="none" cap="none" strike="noStrike">
              <a:solidFill>
                <a:srgbClr val="F85400"/>
              </a:solidFill>
              <a:latin typeface="Roboto Black"/>
              <a:ea typeface="Roboto Black"/>
              <a:cs typeface="Roboto Black"/>
              <a:sym typeface="Roboto Black"/>
            </a:endParaRPr>
          </a:p>
        </p:txBody>
      </p:sp>
      <p:sp>
        <p:nvSpPr>
          <p:cNvPr id="565" name="Google Shape;565;p31"/>
          <p:cNvSpPr/>
          <p:nvPr/>
        </p:nvSpPr>
        <p:spPr>
          <a:xfrm>
            <a:off x="7742150" y="769025"/>
            <a:ext cx="937800" cy="230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042" u="none" cap="none" strike="noStrike">
                <a:solidFill>
                  <a:srgbClr val="F85400"/>
                </a:solidFill>
                <a:latin typeface="Roboto Black"/>
                <a:ea typeface="Roboto Black"/>
                <a:cs typeface="Roboto Black"/>
                <a:sym typeface="Roboto Black"/>
              </a:rPr>
              <a:t>Pop.: XXXXX</a:t>
            </a:r>
            <a:endParaRPr b="0" i="0" sz="1042" u="none" cap="none" strike="noStrike">
              <a:solidFill>
                <a:srgbClr val="F85400"/>
              </a:solidFill>
              <a:latin typeface="Roboto Black"/>
              <a:ea typeface="Roboto Black"/>
              <a:cs typeface="Roboto Black"/>
              <a:sym typeface="Roboto Black"/>
            </a:endParaRPr>
          </a:p>
        </p:txBody>
      </p:sp>
      <p:grpSp>
        <p:nvGrpSpPr>
          <p:cNvPr id="566" name="Google Shape;566;p31"/>
          <p:cNvGrpSpPr/>
          <p:nvPr/>
        </p:nvGrpSpPr>
        <p:grpSpPr>
          <a:xfrm>
            <a:off x="5484662" y="690323"/>
            <a:ext cx="369600" cy="369600"/>
            <a:chOff x="1377687" y="648648"/>
            <a:chExt cx="369600" cy="369600"/>
          </a:xfrm>
        </p:grpSpPr>
        <p:sp>
          <p:nvSpPr>
            <p:cNvPr id="567" name="Google Shape;567;p31"/>
            <p:cNvSpPr/>
            <p:nvPr/>
          </p:nvSpPr>
          <p:spPr>
            <a:xfrm>
              <a:off x="1377687" y="648648"/>
              <a:ext cx="369600" cy="3696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43600" lIns="43600" spcFirstLastPara="1" rIns="43600" wrap="square" tIns="43600">
              <a:noAutofit/>
            </a:bodyPr>
            <a:lstStyle/>
            <a:p>
              <a:pPr indent="0" lvl="0" marL="0" marR="0" rtl="0" algn="ctr">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pic>
          <p:nvPicPr>
            <p:cNvPr id="568" name="Google Shape;568;p31"/>
            <p:cNvPicPr preferRelativeResize="0"/>
            <p:nvPr/>
          </p:nvPicPr>
          <p:blipFill rotWithShape="1">
            <a:blip r:embed="rId3">
              <a:alphaModFix/>
            </a:blip>
            <a:srcRect b="0" l="0" r="0" t="0"/>
            <a:stretch/>
          </p:blipFill>
          <p:spPr>
            <a:xfrm>
              <a:off x="1494277" y="742525"/>
              <a:ext cx="136387" cy="181850"/>
            </a:xfrm>
            <a:prstGeom prst="rect">
              <a:avLst/>
            </a:prstGeom>
            <a:noFill/>
            <a:ln>
              <a:noFill/>
            </a:ln>
          </p:spPr>
        </p:pic>
      </p:grpSp>
      <p:grpSp>
        <p:nvGrpSpPr>
          <p:cNvPr id="569" name="Google Shape;569;p31"/>
          <p:cNvGrpSpPr/>
          <p:nvPr/>
        </p:nvGrpSpPr>
        <p:grpSpPr>
          <a:xfrm>
            <a:off x="7307562" y="694873"/>
            <a:ext cx="369600" cy="369600"/>
            <a:chOff x="3223787" y="653198"/>
            <a:chExt cx="369600" cy="369600"/>
          </a:xfrm>
        </p:grpSpPr>
        <p:sp>
          <p:nvSpPr>
            <p:cNvPr id="570" name="Google Shape;570;p31"/>
            <p:cNvSpPr/>
            <p:nvPr/>
          </p:nvSpPr>
          <p:spPr>
            <a:xfrm>
              <a:off x="3223787" y="653198"/>
              <a:ext cx="369600" cy="369600"/>
            </a:xfrm>
            <a:prstGeom prst="ellipse">
              <a:avLst/>
            </a:prstGeom>
            <a:gradFill>
              <a:gsLst>
                <a:gs pos="0">
                  <a:srgbClr val="F85400"/>
                </a:gs>
                <a:gs pos="100000">
                  <a:srgbClr val="FF9000"/>
                </a:gs>
              </a:gsLst>
              <a:path path="circle">
                <a:fillToRect b="0%" l="100%" r="0%" t="100%"/>
              </a:path>
              <a:tileRect b="-100%" l="0%" r="-100%" t="0%"/>
            </a:gradFill>
            <a:ln>
              <a:noFill/>
            </a:ln>
          </p:spPr>
          <p:txBody>
            <a:bodyPr anchorCtr="0" anchor="ctr" bIns="43600" lIns="43600" spcFirstLastPara="1" rIns="43600" wrap="square" tIns="43600">
              <a:noAutofit/>
            </a:bodyPr>
            <a:lstStyle/>
            <a:p>
              <a:pPr indent="0" lvl="0" marL="0" marR="0" rtl="0" algn="ctr">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pic>
          <p:nvPicPr>
            <p:cNvPr id="571" name="Google Shape;571;p31"/>
            <p:cNvPicPr preferRelativeResize="0"/>
            <p:nvPr/>
          </p:nvPicPr>
          <p:blipFill rotWithShape="1">
            <a:blip r:embed="rId4">
              <a:alphaModFix/>
            </a:blip>
            <a:srcRect b="0" l="0" r="0" t="0"/>
            <a:stretch/>
          </p:blipFill>
          <p:spPr>
            <a:xfrm>
              <a:off x="3363664" y="718250"/>
              <a:ext cx="89820" cy="239501"/>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32"/>
          <p:cNvSpPr/>
          <p:nvPr/>
        </p:nvSpPr>
        <p:spPr>
          <a:xfrm rot="-5400000">
            <a:off x="-1672350" y="2335201"/>
            <a:ext cx="4215300" cy="4731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200" u="none" cap="none" strike="noStrike">
                <a:solidFill>
                  <a:schemeClr val="lt1"/>
                </a:solidFill>
                <a:latin typeface="Roboto Black"/>
                <a:ea typeface="Roboto Black"/>
                <a:cs typeface="Roboto Black"/>
                <a:sym typeface="Roboto Black"/>
              </a:rPr>
              <a:t>Título de uma linha</a:t>
            </a:r>
            <a:endParaRPr b="0" i="0" sz="2200" u="none" cap="none" strike="noStrike">
              <a:solidFill>
                <a:schemeClr val="lt1"/>
              </a:solidFill>
              <a:latin typeface="Roboto Black"/>
              <a:ea typeface="Roboto Black"/>
              <a:cs typeface="Roboto Black"/>
              <a:sym typeface="Roboto Black"/>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33"/>
          <p:cNvSpPr/>
          <p:nvPr/>
        </p:nvSpPr>
        <p:spPr>
          <a:xfrm>
            <a:off x="0" y="0"/>
            <a:ext cx="870600" cy="51435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33"/>
          <p:cNvSpPr/>
          <p:nvPr/>
        </p:nvSpPr>
        <p:spPr>
          <a:xfrm rot="-5400000">
            <a:off x="-1672350" y="2335201"/>
            <a:ext cx="4215300" cy="4731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200" u="none" cap="none" strike="noStrike">
                <a:solidFill>
                  <a:schemeClr val="lt1"/>
                </a:solidFill>
                <a:latin typeface="Roboto Black"/>
                <a:ea typeface="Roboto Black"/>
                <a:cs typeface="Roboto Black"/>
                <a:sym typeface="Roboto Black"/>
              </a:rPr>
              <a:t>Título de uma linha</a:t>
            </a:r>
            <a:endParaRPr b="0" i="0" sz="2200" u="none" cap="none" strike="noStrike">
              <a:solidFill>
                <a:schemeClr val="lt1"/>
              </a:solidFill>
              <a:latin typeface="Roboto Black"/>
              <a:ea typeface="Roboto Black"/>
              <a:cs typeface="Roboto Black"/>
              <a:sym typeface="Roboto Black"/>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grpSp>
        <p:nvGrpSpPr>
          <p:cNvPr id="587" name="Google Shape;587;p34"/>
          <p:cNvGrpSpPr/>
          <p:nvPr/>
        </p:nvGrpSpPr>
        <p:grpSpPr>
          <a:xfrm>
            <a:off x="618975" y="522600"/>
            <a:ext cx="2519100" cy="4098300"/>
            <a:chOff x="618975" y="522600"/>
            <a:chExt cx="2519100" cy="4098300"/>
          </a:xfrm>
        </p:grpSpPr>
        <p:sp>
          <p:nvSpPr>
            <p:cNvPr id="588" name="Google Shape;588;p34"/>
            <p:cNvSpPr/>
            <p:nvPr/>
          </p:nvSpPr>
          <p:spPr>
            <a:xfrm>
              <a:off x="618975" y="522600"/>
              <a:ext cx="2519100" cy="4098300"/>
            </a:xfrm>
            <a:prstGeom prst="roundRect">
              <a:avLst>
                <a:gd fmla="val 8805"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89" name="Google Shape;589;p34"/>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rgbClr val="F85400"/>
                  </a:solidFill>
                  <a:latin typeface="Roboto Black"/>
                  <a:ea typeface="Roboto Black"/>
                  <a:cs typeface="Roboto Black"/>
                  <a:sym typeface="Roboto Black"/>
                </a:rPr>
                <a:t>Título com no máximo três linhas</a:t>
              </a:r>
              <a:endParaRPr b="0" i="0" sz="2000" u="none" cap="none" strike="noStrike">
                <a:solidFill>
                  <a:srgbClr val="F85400"/>
                </a:solidFill>
                <a:latin typeface="Roboto Black"/>
                <a:ea typeface="Roboto Black"/>
                <a:cs typeface="Roboto Black"/>
                <a:sym typeface="Roboto Black"/>
              </a:endParaRPr>
            </a:p>
          </p:txBody>
        </p:sp>
        <p:sp>
          <p:nvSpPr>
            <p:cNvPr id="590" name="Google Shape;590;p34"/>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591" name="Google Shape;591;p34"/>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rgbClr val="F85400"/>
                  </a:solidFill>
                  <a:latin typeface="Roboto"/>
                  <a:ea typeface="Roboto"/>
                  <a:cs typeface="Roboto"/>
                  <a:sym typeface="Roboto"/>
                </a:rPr>
                <a:t>Subtítulo de uma linha</a:t>
              </a:r>
              <a:endParaRPr b="0" i="1" sz="738" u="none" cap="none" strike="noStrike">
                <a:solidFill>
                  <a:srgbClr val="F85400"/>
                </a:solidFill>
                <a:latin typeface="Roboto"/>
                <a:ea typeface="Roboto"/>
                <a:cs typeface="Roboto"/>
                <a:sym typeface="Roboto"/>
              </a:endParaRPr>
            </a:p>
          </p:txBody>
        </p:sp>
        <p:cxnSp>
          <p:nvCxnSpPr>
            <p:cNvPr id="592" name="Google Shape;592;p34"/>
            <p:cNvCxnSpPr/>
            <p:nvPr/>
          </p:nvCxnSpPr>
          <p:spPr>
            <a:xfrm>
              <a:off x="831125" y="2166425"/>
              <a:ext cx="2098200" cy="0"/>
            </a:xfrm>
            <a:prstGeom prst="straightConnector1">
              <a:avLst/>
            </a:prstGeom>
            <a:noFill/>
            <a:ln cap="flat" cmpd="sng" w="9525">
              <a:solidFill>
                <a:srgbClr val="FF9000"/>
              </a:solidFill>
              <a:prstDash val="solid"/>
              <a:round/>
              <a:headEnd len="sm" w="sm" type="none"/>
              <a:tailEnd len="sm" w="sm" type="none"/>
            </a:ln>
          </p:spPr>
        </p:cxnSp>
      </p:grpSp>
      <p:grpSp>
        <p:nvGrpSpPr>
          <p:cNvPr id="593" name="Google Shape;593;p34"/>
          <p:cNvGrpSpPr/>
          <p:nvPr/>
        </p:nvGrpSpPr>
        <p:grpSpPr>
          <a:xfrm>
            <a:off x="3312450" y="522600"/>
            <a:ext cx="2519100" cy="4098300"/>
            <a:chOff x="618975" y="522600"/>
            <a:chExt cx="2519100" cy="4098300"/>
          </a:xfrm>
        </p:grpSpPr>
        <p:sp>
          <p:nvSpPr>
            <p:cNvPr id="594" name="Google Shape;594;p34"/>
            <p:cNvSpPr/>
            <p:nvPr/>
          </p:nvSpPr>
          <p:spPr>
            <a:xfrm>
              <a:off x="618975" y="522600"/>
              <a:ext cx="2519100" cy="4098300"/>
            </a:xfrm>
            <a:prstGeom prst="roundRect">
              <a:avLst>
                <a:gd fmla="val 8805"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595" name="Google Shape;595;p34"/>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rgbClr val="F85400"/>
                  </a:solidFill>
                  <a:latin typeface="Roboto Black"/>
                  <a:ea typeface="Roboto Black"/>
                  <a:cs typeface="Roboto Black"/>
                  <a:sym typeface="Roboto Black"/>
                </a:rPr>
                <a:t>Título com no máximo três linhas</a:t>
              </a:r>
              <a:endParaRPr b="0" i="0" sz="2000" u="none" cap="none" strike="noStrike">
                <a:solidFill>
                  <a:srgbClr val="F85400"/>
                </a:solidFill>
                <a:latin typeface="Roboto Black"/>
                <a:ea typeface="Roboto Black"/>
                <a:cs typeface="Roboto Black"/>
                <a:sym typeface="Roboto Black"/>
              </a:endParaRPr>
            </a:p>
          </p:txBody>
        </p:sp>
        <p:sp>
          <p:nvSpPr>
            <p:cNvPr id="596" name="Google Shape;596;p34"/>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597" name="Google Shape;597;p34"/>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rgbClr val="F85400"/>
                  </a:solidFill>
                  <a:latin typeface="Roboto"/>
                  <a:ea typeface="Roboto"/>
                  <a:cs typeface="Roboto"/>
                  <a:sym typeface="Roboto"/>
                </a:rPr>
                <a:t>Subtítulo de uma linha</a:t>
              </a:r>
              <a:endParaRPr b="0" i="1" sz="738" u="none" cap="none" strike="noStrike">
                <a:solidFill>
                  <a:srgbClr val="F85400"/>
                </a:solidFill>
                <a:latin typeface="Roboto"/>
                <a:ea typeface="Roboto"/>
                <a:cs typeface="Roboto"/>
                <a:sym typeface="Roboto"/>
              </a:endParaRPr>
            </a:p>
          </p:txBody>
        </p:sp>
        <p:cxnSp>
          <p:nvCxnSpPr>
            <p:cNvPr id="598" name="Google Shape;598;p34"/>
            <p:cNvCxnSpPr/>
            <p:nvPr/>
          </p:nvCxnSpPr>
          <p:spPr>
            <a:xfrm>
              <a:off x="831125" y="2166425"/>
              <a:ext cx="2098200" cy="0"/>
            </a:xfrm>
            <a:prstGeom prst="straightConnector1">
              <a:avLst/>
            </a:prstGeom>
            <a:noFill/>
            <a:ln cap="flat" cmpd="sng" w="9525">
              <a:solidFill>
                <a:srgbClr val="FF9000"/>
              </a:solidFill>
              <a:prstDash val="solid"/>
              <a:round/>
              <a:headEnd len="sm" w="sm" type="none"/>
              <a:tailEnd len="sm" w="sm" type="none"/>
            </a:ln>
          </p:spPr>
        </p:cxnSp>
      </p:grpSp>
      <p:grpSp>
        <p:nvGrpSpPr>
          <p:cNvPr id="599" name="Google Shape;599;p34"/>
          <p:cNvGrpSpPr/>
          <p:nvPr/>
        </p:nvGrpSpPr>
        <p:grpSpPr>
          <a:xfrm>
            <a:off x="6005925" y="522600"/>
            <a:ext cx="2519100" cy="4098300"/>
            <a:chOff x="618975" y="522600"/>
            <a:chExt cx="2519100" cy="4098300"/>
          </a:xfrm>
        </p:grpSpPr>
        <p:sp>
          <p:nvSpPr>
            <p:cNvPr id="600" name="Google Shape;600;p34"/>
            <p:cNvSpPr/>
            <p:nvPr/>
          </p:nvSpPr>
          <p:spPr>
            <a:xfrm>
              <a:off x="618975" y="522600"/>
              <a:ext cx="2519100" cy="4098300"/>
            </a:xfrm>
            <a:prstGeom prst="roundRect">
              <a:avLst>
                <a:gd fmla="val 8805"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01" name="Google Shape;601;p34"/>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rgbClr val="F85400"/>
                  </a:solidFill>
                  <a:latin typeface="Roboto Black"/>
                  <a:ea typeface="Roboto Black"/>
                  <a:cs typeface="Roboto Black"/>
                  <a:sym typeface="Roboto Black"/>
                </a:rPr>
                <a:t>Título com no máximo três linhas</a:t>
              </a:r>
              <a:endParaRPr b="0" i="0" sz="2000" u="none" cap="none" strike="noStrike">
                <a:solidFill>
                  <a:srgbClr val="F85400"/>
                </a:solidFill>
                <a:latin typeface="Roboto Black"/>
                <a:ea typeface="Roboto Black"/>
                <a:cs typeface="Roboto Black"/>
                <a:sym typeface="Roboto Black"/>
              </a:endParaRPr>
            </a:p>
          </p:txBody>
        </p:sp>
        <p:sp>
          <p:nvSpPr>
            <p:cNvPr id="602" name="Google Shape;602;p34"/>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603" name="Google Shape;603;p34"/>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rgbClr val="F85400"/>
                  </a:solidFill>
                  <a:latin typeface="Roboto"/>
                  <a:ea typeface="Roboto"/>
                  <a:cs typeface="Roboto"/>
                  <a:sym typeface="Roboto"/>
                </a:rPr>
                <a:t>Subtítulo de uma linha</a:t>
              </a:r>
              <a:endParaRPr b="0" i="1" sz="738" u="none" cap="none" strike="noStrike">
                <a:solidFill>
                  <a:srgbClr val="F85400"/>
                </a:solidFill>
                <a:latin typeface="Roboto"/>
                <a:ea typeface="Roboto"/>
                <a:cs typeface="Roboto"/>
                <a:sym typeface="Roboto"/>
              </a:endParaRPr>
            </a:p>
          </p:txBody>
        </p:sp>
        <p:cxnSp>
          <p:nvCxnSpPr>
            <p:cNvPr id="604" name="Google Shape;604;p34"/>
            <p:cNvCxnSpPr/>
            <p:nvPr/>
          </p:nvCxnSpPr>
          <p:spPr>
            <a:xfrm>
              <a:off x="831125" y="2166425"/>
              <a:ext cx="2098200" cy="0"/>
            </a:xfrm>
            <a:prstGeom prst="straightConnector1">
              <a:avLst/>
            </a:prstGeom>
            <a:noFill/>
            <a:ln cap="flat" cmpd="sng" w="9525">
              <a:solidFill>
                <a:srgbClr val="FF9000"/>
              </a:solidFill>
              <a:prstDash val="solid"/>
              <a:round/>
              <a:headEnd len="sm" w="sm" type="none"/>
              <a:tailEnd len="sm" w="sm" type="none"/>
            </a:ln>
          </p:spPr>
        </p:cxn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grpSp>
        <p:nvGrpSpPr>
          <p:cNvPr id="609" name="Google Shape;609;p35"/>
          <p:cNvGrpSpPr/>
          <p:nvPr/>
        </p:nvGrpSpPr>
        <p:grpSpPr>
          <a:xfrm>
            <a:off x="618975" y="522600"/>
            <a:ext cx="2519100" cy="4098300"/>
            <a:chOff x="618975" y="522600"/>
            <a:chExt cx="2519100" cy="4098300"/>
          </a:xfrm>
        </p:grpSpPr>
        <p:sp>
          <p:nvSpPr>
            <p:cNvPr id="610" name="Google Shape;610;p35"/>
            <p:cNvSpPr/>
            <p:nvPr/>
          </p:nvSpPr>
          <p:spPr>
            <a:xfrm>
              <a:off x="618975" y="522600"/>
              <a:ext cx="2519100" cy="4098300"/>
            </a:xfrm>
            <a:prstGeom prst="roundRect">
              <a:avLst>
                <a:gd fmla="val 8805"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11" name="Google Shape;611;p35"/>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chemeClr val="lt1"/>
                  </a:solidFill>
                  <a:latin typeface="Roboto Black"/>
                  <a:ea typeface="Roboto Black"/>
                  <a:cs typeface="Roboto Black"/>
                  <a:sym typeface="Roboto Black"/>
                </a:rPr>
                <a:t>Título com no máximo três linhas</a:t>
              </a:r>
              <a:endParaRPr b="0" i="0" sz="2000" u="none" cap="none" strike="noStrike">
                <a:solidFill>
                  <a:schemeClr val="lt1"/>
                </a:solidFill>
                <a:latin typeface="Roboto Black"/>
                <a:ea typeface="Roboto Black"/>
                <a:cs typeface="Roboto Black"/>
                <a:sym typeface="Roboto Black"/>
              </a:endParaRPr>
            </a:p>
          </p:txBody>
        </p:sp>
        <p:sp>
          <p:nvSpPr>
            <p:cNvPr id="612" name="Google Shape;612;p35"/>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lt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lt1"/>
                </a:solidFill>
                <a:latin typeface="Roboto"/>
                <a:ea typeface="Roboto"/>
                <a:cs typeface="Roboto"/>
                <a:sym typeface="Roboto"/>
              </a:endParaRPr>
            </a:p>
          </p:txBody>
        </p:sp>
        <p:sp>
          <p:nvSpPr>
            <p:cNvPr id="613" name="Google Shape;613;p35"/>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chemeClr val="lt1"/>
                  </a:solidFill>
                  <a:latin typeface="Roboto"/>
                  <a:ea typeface="Roboto"/>
                  <a:cs typeface="Roboto"/>
                  <a:sym typeface="Roboto"/>
                </a:rPr>
                <a:t>Subtítulo de uma linha</a:t>
              </a:r>
              <a:endParaRPr b="0" i="1" sz="738" u="none" cap="none" strike="noStrike">
                <a:solidFill>
                  <a:schemeClr val="lt1"/>
                </a:solidFill>
                <a:latin typeface="Roboto"/>
                <a:ea typeface="Roboto"/>
                <a:cs typeface="Roboto"/>
                <a:sym typeface="Roboto"/>
              </a:endParaRPr>
            </a:p>
          </p:txBody>
        </p:sp>
        <p:cxnSp>
          <p:nvCxnSpPr>
            <p:cNvPr id="614" name="Google Shape;614;p35"/>
            <p:cNvCxnSpPr/>
            <p:nvPr/>
          </p:nvCxnSpPr>
          <p:spPr>
            <a:xfrm>
              <a:off x="831125" y="2166425"/>
              <a:ext cx="2098200" cy="0"/>
            </a:xfrm>
            <a:prstGeom prst="straightConnector1">
              <a:avLst/>
            </a:prstGeom>
            <a:noFill/>
            <a:ln cap="flat" cmpd="sng" w="9525">
              <a:solidFill>
                <a:schemeClr val="lt1"/>
              </a:solidFill>
              <a:prstDash val="solid"/>
              <a:round/>
              <a:headEnd len="sm" w="sm" type="none"/>
              <a:tailEnd len="sm" w="sm" type="none"/>
            </a:ln>
          </p:spPr>
        </p:cxnSp>
      </p:grpSp>
      <p:grpSp>
        <p:nvGrpSpPr>
          <p:cNvPr id="615" name="Google Shape;615;p35"/>
          <p:cNvGrpSpPr/>
          <p:nvPr/>
        </p:nvGrpSpPr>
        <p:grpSpPr>
          <a:xfrm>
            <a:off x="3312450" y="522600"/>
            <a:ext cx="2519100" cy="4098300"/>
            <a:chOff x="618975" y="522600"/>
            <a:chExt cx="2519100" cy="4098300"/>
          </a:xfrm>
        </p:grpSpPr>
        <p:sp>
          <p:nvSpPr>
            <p:cNvPr id="616" name="Google Shape;616;p35"/>
            <p:cNvSpPr/>
            <p:nvPr/>
          </p:nvSpPr>
          <p:spPr>
            <a:xfrm>
              <a:off x="618975" y="522600"/>
              <a:ext cx="2519100" cy="4098300"/>
            </a:xfrm>
            <a:prstGeom prst="roundRect">
              <a:avLst>
                <a:gd fmla="val 8805"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17" name="Google Shape;617;p35"/>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rgbClr val="F85400"/>
                  </a:solidFill>
                  <a:latin typeface="Roboto Black"/>
                  <a:ea typeface="Roboto Black"/>
                  <a:cs typeface="Roboto Black"/>
                  <a:sym typeface="Roboto Black"/>
                </a:rPr>
                <a:t>Título com no máximo três linhas</a:t>
              </a:r>
              <a:endParaRPr b="0" i="0" sz="2000" u="none" cap="none" strike="noStrike">
                <a:solidFill>
                  <a:srgbClr val="F85400"/>
                </a:solidFill>
                <a:latin typeface="Roboto Black"/>
                <a:ea typeface="Roboto Black"/>
                <a:cs typeface="Roboto Black"/>
                <a:sym typeface="Roboto Black"/>
              </a:endParaRPr>
            </a:p>
          </p:txBody>
        </p:sp>
        <p:sp>
          <p:nvSpPr>
            <p:cNvPr id="618" name="Google Shape;618;p35"/>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619" name="Google Shape;619;p35"/>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rgbClr val="F85400"/>
                  </a:solidFill>
                  <a:latin typeface="Roboto"/>
                  <a:ea typeface="Roboto"/>
                  <a:cs typeface="Roboto"/>
                  <a:sym typeface="Roboto"/>
                </a:rPr>
                <a:t>Subtítulo de uma linha</a:t>
              </a:r>
              <a:endParaRPr b="0" i="1" sz="738" u="none" cap="none" strike="noStrike">
                <a:solidFill>
                  <a:srgbClr val="F85400"/>
                </a:solidFill>
                <a:latin typeface="Roboto"/>
                <a:ea typeface="Roboto"/>
                <a:cs typeface="Roboto"/>
                <a:sym typeface="Roboto"/>
              </a:endParaRPr>
            </a:p>
          </p:txBody>
        </p:sp>
        <p:cxnSp>
          <p:nvCxnSpPr>
            <p:cNvPr id="620" name="Google Shape;620;p35"/>
            <p:cNvCxnSpPr/>
            <p:nvPr/>
          </p:nvCxnSpPr>
          <p:spPr>
            <a:xfrm>
              <a:off x="831125" y="2166425"/>
              <a:ext cx="2098200" cy="0"/>
            </a:xfrm>
            <a:prstGeom prst="straightConnector1">
              <a:avLst/>
            </a:prstGeom>
            <a:noFill/>
            <a:ln cap="flat" cmpd="sng" w="9525">
              <a:solidFill>
                <a:srgbClr val="FF9000"/>
              </a:solidFill>
              <a:prstDash val="solid"/>
              <a:round/>
              <a:headEnd len="sm" w="sm" type="none"/>
              <a:tailEnd len="sm" w="sm" type="none"/>
            </a:ln>
          </p:spPr>
        </p:cxnSp>
      </p:grpSp>
      <p:grpSp>
        <p:nvGrpSpPr>
          <p:cNvPr id="621" name="Google Shape;621;p35"/>
          <p:cNvGrpSpPr/>
          <p:nvPr/>
        </p:nvGrpSpPr>
        <p:grpSpPr>
          <a:xfrm>
            <a:off x="6005925" y="522600"/>
            <a:ext cx="2519100" cy="4098300"/>
            <a:chOff x="618975" y="522600"/>
            <a:chExt cx="2519100" cy="4098300"/>
          </a:xfrm>
        </p:grpSpPr>
        <p:sp>
          <p:nvSpPr>
            <p:cNvPr id="622" name="Google Shape;622;p35"/>
            <p:cNvSpPr/>
            <p:nvPr/>
          </p:nvSpPr>
          <p:spPr>
            <a:xfrm>
              <a:off x="618975" y="522600"/>
              <a:ext cx="2519100" cy="4098300"/>
            </a:xfrm>
            <a:prstGeom prst="roundRect">
              <a:avLst>
                <a:gd fmla="val 8805"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23" name="Google Shape;623;p35"/>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rgbClr val="F85400"/>
                  </a:solidFill>
                  <a:latin typeface="Roboto Black"/>
                  <a:ea typeface="Roboto Black"/>
                  <a:cs typeface="Roboto Black"/>
                  <a:sym typeface="Roboto Black"/>
                </a:rPr>
                <a:t>Título com no máximo três linhas</a:t>
              </a:r>
              <a:endParaRPr b="0" i="0" sz="2000" u="none" cap="none" strike="noStrike">
                <a:solidFill>
                  <a:srgbClr val="F85400"/>
                </a:solidFill>
                <a:latin typeface="Roboto Black"/>
                <a:ea typeface="Roboto Black"/>
                <a:cs typeface="Roboto Black"/>
                <a:sym typeface="Roboto Black"/>
              </a:endParaRPr>
            </a:p>
          </p:txBody>
        </p:sp>
        <p:sp>
          <p:nvSpPr>
            <p:cNvPr id="624" name="Google Shape;624;p35"/>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625" name="Google Shape;625;p35"/>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rgbClr val="F85400"/>
                  </a:solidFill>
                  <a:latin typeface="Roboto"/>
                  <a:ea typeface="Roboto"/>
                  <a:cs typeface="Roboto"/>
                  <a:sym typeface="Roboto"/>
                </a:rPr>
                <a:t>Subtítulo de uma linha</a:t>
              </a:r>
              <a:endParaRPr b="0" i="1" sz="738" u="none" cap="none" strike="noStrike">
                <a:solidFill>
                  <a:srgbClr val="F85400"/>
                </a:solidFill>
                <a:latin typeface="Roboto"/>
                <a:ea typeface="Roboto"/>
                <a:cs typeface="Roboto"/>
                <a:sym typeface="Roboto"/>
              </a:endParaRPr>
            </a:p>
          </p:txBody>
        </p:sp>
        <p:cxnSp>
          <p:nvCxnSpPr>
            <p:cNvPr id="626" name="Google Shape;626;p35"/>
            <p:cNvCxnSpPr/>
            <p:nvPr/>
          </p:nvCxnSpPr>
          <p:spPr>
            <a:xfrm>
              <a:off x="831125" y="2166425"/>
              <a:ext cx="2098200" cy="0"/>
            </a:xfrm>
            <a:prstGeom prst="straightConnector1">
              <a:avLst/>
            </a:prstGeom>
            <a:noFill/>
            <a:ln cap="flat" cmpd="sng" w="9525">
              <a:solidFill>
                <a:srgbClr val="FF9000"/>
              </a:solidFill>
              <a:prstDash val="solid"/>
              <a:round/>
              <a:headEnd len="sm" w="sm" type="none"/>
              <a:tailEnd len="sm" w="sm" type="none"/>
            </a:ln>
          </p:spPr>
        </p:cxn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grpSp>
        <p:nvGrpSpPr>
          <p:cNvPr id="631" name="Google Shape;631;p36"/>
          <p:cNvGrpSpPr/>
          <p:nvPr/>
        </p:nvGrpSpPr>
        <p:grpSpPr>
          <a:xfrm>
            <a:off x="6005925" y="522600"/>
            <a:ext cx="2519100" cy="4098300"/>
            <a:chOff x="618975" y="522600"/>
            <a:chExt cx="2519100" cy="4098300"/>
          </a:xfrm>
        </p:grpSpPr>
        <p:sp>
          <p:nvSpPr>
            <p:cNvPr id="632" name="Google Shape;632;p36"/>
            <p:cNvSpPr/>
            <p:nvPr/>
          </p:nvSpPr>
          <p:spPr>
            <a:xfrm>
              <a:off x="618975" y="522600"/>
              <a:ext cx="2519100" cy="4098300"/>
            </a:xfrm>
            <a:prstGeom prst="roundRect">
              <a:avLst>
                <a:gd fmla="val 8805"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33" name="Google Shape;633;p36"/>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rgbClr val="F85400"/>
                  </a:solidFill>
                  <a:latin typeface="Roboto Black"/>
                  <a:ea typeface="Roboto Black"/>
                  <a:cs typeface="Roboto Black"/>
                  <a:sym typeface="Roboto Black"/>
                </a:rPr>
                <a:t>Título com no máximo três linhas</a:t>
              </a:r>
              <a:endParaRPr b="0" i="0" sz="2000" u="none" cap="none" strike="noStrike">
                <a:solidFill>
                  <a:srgbClr val="F85400"/>
                </a:solidFill>
                <a:latin typeface="Roboto Black"/>
                <a:ea typeface="Roboto Black"/>
                <a:cs typeface="Roboto Black"/>
                <a:sym typeface="Roboto Black"/>
              </a:endParaRPr>
            </a:p>
          </p:txBody>
        </p:sp>
        <p:sp>
          <p:nvSpPr>
            <p:cNvPr id="634" name="Google Shape;634;p36"/>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635" name="Google Shape;635;p36"/>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rgbClr val="F85400"/>
                  </a:solidFill>
                  <a:latin typeface="Roboto"/>
                  <a:ea typeface="Roboto"/>
                  <a:cs typeface="Roboto"/>
                  <a:sym typeface="Roboto"/>
                </a:rPr>
                <a:t>Subtítulo de uma linha</a:t>
              </a:r>
              <a:endParaRPr b="0" i="1" sz="738" u="none" cap="none" strike="noStrike">
                <a:solidFill>
                  <a:srgbClr val="F85400"/>
                </a:solidFill>
                <a:latin typeface="Roboto"/>
                <a:ea typeface="Roboto"/>
                <a:cs typeface="Roboto"/>
                <a:sym typeface="Roboto"/>
              </a:endParaRPr>
            </a:p>
          </p:txBody>
        </p:sp>
        <p:cxnSp>
          <p:nvCxnSpPr>
            <p:cNvPr id="636" name="Google Shape;636;p36"/>
            <p:cNvCxnSpPr/>
            <p:nvPr/>
          </p:nvCxnSpPr>
          <p:spPr>
            <a:xfrm>
              <a:off x="831125" y="2166425"/>
              <a:ext cx="2098200" cy="0"/>
            </a:xfrm>
            <a:prstGeom prst="straightConnector1">
              <a:avLst/>
            </a:prstGeom>
            <a:noFill/>
            <a:ln cap="flat" cmpd="sng" w="9525">
              <a:solidFill>
                <a:srgbClr val="FF9000"/>
              </a:solidFill>
              <a:prstDash val="solid"/>
              <a:round/>
              <a:headEnd len="sm" w="sm" type="none"/>
              <a:tailEnd len="sm" w="sm" type="none"/>
            </a:ln>
          </p:spPr>
        </p:cxnSp>
      </p:grpSp>
      <p:grpSp>
        <p:nvGrpSpPr>
          <p:cNvPr id="637" name="Google Shape;637;p36"/>
          <p:cNvGrpSpPr/>
          <p:nvPr/>
        </p:nvGrpSpPr>
        <p:grpSpPr>
          <a:xfrm>
            <a:off x="3312450" y="522600"/>
            <a:ext cx="2519100" cy="4098300"/>
            <a:chOff x="618975" y="522600"/>
            <a:chExt cx="2519100" cy="4098300"/>
          </a:xfrm>
        </p:grpSpPr>
        <p:sp>
          <p:nvSpPr>
            <p:cNvPr id="638" name="Google Shape;638;p36"/>
            <p:cNvSpPr/>
            <p:nvPr/>
          </p:nvSpPr>
          <p:spPr>
            <a:xfrm>
              <a:off x="618975" y="522600"/>
              <a:ext cx="2519100" cy="4098300"/>
            </a:xfrm>
            <a:prstGeom prst="roundRect">
              <a:avLst>
                <a:gd fmla="val 8805"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39" name="Google Shape;639;p36"/>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chemeClr val="lt1"/>
                  </a:solidFill>
                  <a:latin typeface="Roboto Black"/>
                  <a:ea typeface="Roboto Black"/>
                  <a:cs typeface="Roboto Black"/>
                  <a:sym typeface="Roboto Black"/>
                </a:rPr>
                <a:t>Título com no máximo três linhas</a:t>
              </a:r>
              <a:endParaRPr b="0" i="0" sz="2000" u="none" cap="none" strike="noStrike">
                <a:solidFill>
                  <a:schemeClr val="lt1"/>
                </a:solidFill>
                <a:latin typeface="Roboto Black"/>
                <a:ea typeface="Roboto Black"/>
                <a:cs typeface="Roboto Black"/>
                <a:sym typeface="Roboto Black"/>
              </a:endParaRPr>
            </a:p>
          </p:txBody>
        </p:sp>
        <p:sp>
          <p:nvSpPr>
            <p:cNvPr id="640" name="Google Shape;640;p36"/>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lt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lt1"/>
                </a:solidFill>
                <a:latin typeface="Roboto"/>
                <a:ea typeface="Roboto"/>
                <a:cs typeface="Roboto"/>
                <a:sym typeface="Roboto"/>
              </a:endParaRPr>
            </a:p>
          </p:txBody>
        </p:sp>
        <p:sp>
          <p:nvSpPr>
            <p:cNvPr id="641" name="Google Shape;641;p36"/>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chemeClr val="lt1"/>
                  </a:solidFill>
                  <a:latin typeface="Roboto"/>
                  <a:ea typeface="Roboto"/>
                  <a:cs typeface="Roboto"/>
                  <a:sym typeface="Roboto"/>
                </a:rPr>
                <a:t>Subtítulo de uma linha</a:t>
              </a:r>
              <a:endParaRPr b="0" i="1" sz="738" u="none" cap="none" strike="noStrike">
                <a:solidFill>
                  <a:schemeClr val="lt1"/>
                </a:solidFill>
                <a:latin typeface="Roboto"/>
                <a:ea typeface="Roboto"/>
                <a:cs typeface="Roboto"/>
                <a:sym typeface="Roboto"/>
              </a:endParaRPr>
            </a:p>
          </p:txBody>
        </p:sp>
        <p:cxnSp>
          <p:nvCxnSpPr>
            <p:cNvPr id="642" name="Google Shape;642;p36"/>
            <p:cNvCxnSpPr/>
            <p:nvPr/>
          </p:nvCxnSpPr>
          <p:spPr>
            <a:xfrm>
              <a:off x="831125" y="2166425"/>
              <a:ext cx="2098200" cy="0"/>
            </a:xfrm>
            <a:prstGeom prst="straightConnector1">
              <a:avLst/>
            </a:prstGeom>
            <a:noFill/>
            <a:ln cap="flat" cmpd="sng" w="9525">
              <a:solidFill>
                <a:schemeClr val="lt1"/>
              </a:solidFill>
              <a:prstDash val="solid"/>
              <a:round/>
              <a:headEnd len="sm" w="sm" type="none"/>
              <a:tailEnd len="sm" w="sm" type="none"/>
            </a:ln>
          </p:spPr>
        </p:cxnSp>
      </p:grpSp>
      <p:grpSp>
        <p:nvGrpSpPr>
          <p:cNvPr id="643" name="Google Shape;643;p36"/>
          <p:cNvGrpSpPr/>
          <p:nvPr/>
        </p:nvGrpSpPr>
        <p:grpSpPr>
          <a:xfrm>
            <a:off x="618975" y="522600"/>
            <a:ext cx="2519100" cy="4098300"/>
            <a:chOff x="618975" y="522600"/>
            <a:chExt cx="2519100" cy="4098300"/>
          </a:xfrm>
        </p:grpSpPr>
        <p:sp>
          <p:nvSpPr>
            <p:cNvPr id="644" name="Google Shape;644;p36"/>
            <p:cNvSpPr/>
            <p:nvPr/>
          </p:nvSpPr>
          <p:spPr>
            <a:xfrm>
              <a:off x="618975" y="522600"/>
              <a:ext cx="2519100" cy="4098300"/>
            </a:xfrm>
            <a:prstGeom prst="roundRect">
              <a:avLst>
                <a:gd fmla="val 8805"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45" name="Google Shape;645;p36"/>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rgbClr val="F85400"/>
                  </a:solidFill>
                  <a:latin typeface="Roboto Black"/>
                  <a:ea typeface="Roboto Black"/>
                  <a:cs typeface="Roboto Black"/>
                  <a:sym typeface="Roboto Black"/>
                </a:rPr>
                <a:t>Título com no máximo três linhas</a:t>
              </a:r>
              <a:endParaRPr b="0" i="0" sz="2000" u="none" cap="none" strike="noStrike">
                <a:solidFill>
                  <a:srgbClr val="F85400"/>
                </a:solidFill>
                <a:latin typeface="Roboto Black"/>
                <a:ea typeface="Roboto Black"/>
                <a:cs typeface="Roboto Black"/>
                <a:sym typeface="Roboto Black"/>
              </a:endParaRPr>
            </a:p>
          </p:txBody>
        </p:sp>
        <p:sp>
          <p:nvSpPr>
            <p:cNvPr id="646" name="Google Shape;646;p36"/>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647" name="Google Shape;647;p36"/>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rgbClr val="F85400"/>
                  </a:solidFill>
                  <a:latin typeface="Roboto"/>
                  <a:ea typeface="Roboto"/>
                  <a:cs typeface="Roboto"/>
                  <a:sym typeface="Roboto"/>
                </a:rPr>
                <a:t>Subtítulo de uma linha</a:t>
              </a:r>
              <a:endParaRPr b="0" i="1" sz="738" u="none" cap="none" strike="noStrike">
                <a:solidFill>
                  <a:srgbClr val="F85400"/>
                </a:solidFill>
                <a:latin typeface="Roboto"/>
                <a:ea typeface="Roboto"/>
                <a:cs typeface="Roboto"/>
                <a:sym typeface="Roboto"/>
              </a:endParaRPr>
            </a:p>
          </p:txBody>
        </p:sp>
        <p:cxnSp>
          <p:nvCxnSpPr>
            <p:cNvPr id="648" name="Google Shape;648;p36"/>
            <p:cNvCxnSpPr/>
            <p:nvPr/>
          </p:nvCxnSpPr>
          <p:spPr>
            <a:xfrm>
              <a:off x="831125" y="2166425"/>
              <a:ext cx="2098200" cy="0"/>
            </a:xfrm>
            <a:prstGeom prst="straightConnector1">
              <a:avLst/>
            </a:prstGeom>
            <a:noFill/>
            <a:ln cap="flat" cmpd="sng" w="9525">
              <a:solidFill>
                <a:srgbClr val="FF9000"/>
              </a:solidFill>
              <a:prstDash val="solid"/>
              <a:round/>
              <a:headEnd len="sm" w="sm" type="none"/>
              <a:tailEnd len="sm" w="sm" type="none"/>
            </a:ln>
          </p:spPr>
        </p:cxn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grpSp>
        <p:nvGrpSpPr>
          <p:cNvPr id="653" name="Google Shape;653;p37"/>
          <p:cNvGrpSpPr/>
          <p:nvPr/>
        </p:nvGrpSpPr>
        <p:grpSpPr>
          <a:xfrm>
            <a:off x="6005925" y="522600"/>
            <a:ext cx="2519100" cy="4098300"/>
            <a:chOff x="618975" y="522600"/>
            <a:chExt cx="2519100" cy="4098300"/>
          </a:xfrm>
        </p:grpSpPr>
        <p:sp>
          <p:nvSpPr>
            <p:cNvPr id="654" name="Google Shape;654;p37"/>
            <p:cNvSpPr/>
            <p:nvPr/>
          </p:nvSpPr>
          <p:spPr>
            <a:xfrm>
              <a:off x="618975" y="522600"/>
              <a:ext cx="2519100" cy="4098300"/>
            </a:xfrm>
            <a:prstGeom prst="roundRect">
              <a:avLst>
                <a:gd fmla="val 8805"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55" name="Google Shape;655;p37"/>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chemeClr val="lt1"/>
                  </a:solidFill>
                  <a:latin typeface="Roboto Black"/>
                  <a:ea typeface="Roboto Black"/>
                  <a:cs typeface="Roboto Black"/>
                  <a:sym typeface="Roboto Black"/>
                </a:rPr>
                <a:t>Título com no máximo três linhas</a:t>
              </a:r>
              <a:endParaRPr b="0" i="0" sz="2000" u="none" cap="none" strike="noStrike">
                <a:solidFill>
                  <a:schemeClr val="lt1"/>
                </a:solidFill>
                <a:latin typeface="Roboto Black"/>
                <a:ea typeface="Roboto Black"/>
                <a:cs typeface="Roboto Black"/>
                <a:sym typeface="Roboto Black"/>
              </a:endParaRPr>
            </a:p>
          </p:txBody>
        </p:sp>
        <p:sp>
          <p:nvSpPr>
            <p:cNvPr id="656" name="Google Shape;656;p37"/>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lt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lt1"/>
                </a:solidFill>
                <a:latin typeface="Roboto"/>
                <a:ea typeface="Roboto"/>
                <a:cs typeface="Roboto"/>
                <a:sym typeface="Roboto"/>
              </a:endParaRPr>
            </a:p>
          </p:txBody>
        </p:sp>
        <p:sp>
          <p:nvSpPr>
            <p:cNvPr id="657" name="Google Shape;657;p37"/>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chemeClr val="lt1"/>
                  </a:solidFill>
                  <a:latin typeface="Roboto"/>
                  <a:ea typeface="Roboto"/>
                  <a:cs typeface="Roboto"/>
                  <a:sym typeface="Roboto"/>
                </a:rPr>
                <a:t>Subtítulo de uma linha</a:t>
              </a:r>
              <a:endParaRPr b="0" i="1" sz="738" u="none" cap="none" strike="noStrike">
                <a:solidFill>
                  <a:schemeClr val="lt1"/>
                </a:solidFill>
                <a:latin typeface="Roboto"/>
                <a:ea typeface="Roboto"/>
                <a:cs typeface="Roboto"/>
                <a:sym typeface="Roboto"/>
              </a:endParaRPr>
            </a:p>
          </p:txBody>
        </p:sp>
        <p:cxnSp>
          <p:nvCxnSpPr>
            <p:cNvPr id="658" name="Google Shape;658;p37"/>
            <p:cNvCxnSpPr/>
            <p:nvPr/>
          </p:nvCxnSpPr>
          <p:spPr>
            <a:xfrm>
              <a:off x="831125" y="2166425"/>
              <a:ext cx="2098200" cy="0"/>
            </a:xfrm>
            <a:prstGeom prst="straightConnector1">
              <a:avLst/>
            </a:prstGeom>
            <a:noFill/>
            <a:ln cap="flat" cmpd="sng" w="9525">
              <a:solidFill>
                <a:schemeClr val="lt1"/>
              </a:solidFill>
              <a:prstDash val="solid"/>
              <a:round/>
              <a:headEnd len="sm" w="sm" type="none"/>
              <a:tailEnd len="sm" w="sm" type="none"/>
            </a:ln>
          </p:spPr>
        </p:cxnSp>
      </p:grpSp>
      <p:grpSp>
        <p:nvGrpSpPr>
          <p:cNvPr id="659" name="Google Shape;659;p37"/>
          <p:cNvGrpSpPr/>
          <p:nvPr/>
        </p:nvGrpSpPr>
        <p:grpSpPr>
          <a:xfrm>
            <a:off x="618975" y="522600"/>
            <a:ext cx="2519100" cy="4098300"/>
            <a:chOff x="618975" y="522600"/>
            <a:chExt cx="2519100" cy="4098300"/>
          </a:xfrm>
        </p:grpSpPr>
        <p:sp>
          <p:nvSpPr>
            <p:cNvPr id="660" name="Google Shape;660;p37"/>
            <p:cNvSpPr/>
            <p:nvPr/>
          </p:nvSpPr>
          <p:spPr>
            <a:xfrm>
              <a:off x="618975" y="522600"/>
              <a:ext cx="2519100" cy="4098300"/>
            </a:xfrm>
            <a:prstGeom prst="roundRect">
              <a:avLst>
                <a:gd fmla="val 8805"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61" name="Google Shape;661;p37"/>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rgbClr val="F85400"/>
                  </a:solidFill>
                  <a:latin typeface="Roboto Black"/>
                  <a:ea typeface="Roboto Black"/>
                  <a:cs typeface="Roboto Black"/>
                  <a:sym typeface="Roboto Black"/>
                </a:rPr>
                <a:t>Título com no máximo três linhas</a:t>
              </a:r>
              <a:endParaRPr b="0" i="0" sz="2000" u="none" cap="none" strike="noStrike">
                <a:solidFill>
                  <a:srgbClr val="F85400"/>
                </a:solidFill>
                <a:latin typeface="Roboto Black"/>
                <a:ea typeface="Roboto Black"/>
                <a:cs typeface="Roboto Black"/>
                <a:sym typeface="Roboto Black"/>
              </a:endParaRPr>
            </a:p>
          </p:txBody>
        </p:sp>
        <p:sp>
          <p:nvSpPr>
            <p:cNvPr id="662" name="Google Shape;662;p37"/>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663" name="Google Shape;663;p37"/>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rgbClr val="F85400"/>
                  </a:solidFill>
                  <a:latin typeface="Roboto"/>
                  <a:ea typeface="Roboto"/>
                  <a:cs typeface="Roboto"/>
                  <a:sym typeface="Roboto"/>
                </a:rPr>
                <a:t>Subtítulo de uma linha</a:t>
              </a:r>
              <a:endParaRPr b="0" i="1" sz="738" u="none" cap="none" strike="noStrike">
                <a:solidFill>
                  <a:srgbClr val="F85400"/>
                </a:solidFill>
                <a:latin typeface="Roboto"/>
                <a:ea typeface="Roboto"/>
                <a:cs typeface="Roboto"/>
                <a:sym typeface="Roboto"/>
              </a:endParaRPr>
            </a:p>
          </p:txBody>
        </p:sp>
        <p:cxnSp>
          <p:nvCxnSpPr>
            <p:cNvPr id="664" name="Google Shape;664;p37"/>
            <p:cNvCxnSpPr/>
            <p:nvPr/>
          </p:nvCxnSpPr>
          <p:spPr>
            <a:xfrm>
              <a:off x="831125" y="2166425"/>
              <a:ext cx="2098200" cy="0"/>
            </a:xfrm>
            <a:prstGeom prst="straightConnector1">
              <a:avLst/>
            </a:prstGeom>
            <a:noFill/>
            <a:ln cap="flat" cmpd="sng" w="9525">
              <a:solidFill>
                <a:srgbClr val="FF9000"/>
              </a:solidFill>
              <a:prstDash val="solid"/>
              <a:round/>
              <a:headEnd len="sm" w="sm" type="none"/>
              <a:tailEnd len="sm" w="sm" type="none"/>
            </a:ln>
          </p:spPr>
        </p:cxnSp>
      </p:grpSp>
      <p:grpSp>
        <p:nvGrpSpPr>
          <p:cNvPr id="665" name="Google Shape;665;p37"/>
          <p:cNvGrpSpPr/>
          <p:nvPr/>
        </p:nvGrpSpPr>
        <p:grpSpPr>
          <a:xfrm>
            <a:off x="3312450" y="522600"/>
            <a:ext cx="2519100" cy="4098300"/>
            <a:chOff x="618975" y="522600"/>
            <a:chExt cx="2519100" cy="4098300"/>
          </a:xfrm>
        </p:grpSpPr>
        <p:sp>
          <p:nvSpPr>
            <p:cNvPr id="666" name="Google Shape;666;p37"/>
            <p:cNvSpPr/>
            <p:nvPr/>
          </p:nvSpPr>
          <p:spPr>
            <a:xfrm>
              <a:off x="618975" y="522600"/>
              <a:ext cx="2519100" cy="4098300"/>
            </a:xfrm>
            <a:prstGeom prst="roundRect">
              <a:avLst>
                <a:gd fmla="val 8805" name="adj"/>
              </a:avLst>
            </a:prstGeom>
            <a:solidFill>
              <a:srgbClr val="FFFFFF"/>
            </a:soli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67" name="Google Shape;667;p37"/>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rgbClr val="F85400"/>
                  </a:solidFill>
                  <a:latin typeface="Roboto Black"/>
                  <a:ea typeface="Roboto Black"/>
                  <a:cs typeface="Roboto Black"/>
                  <a:sym typeface="Roboto Black"/>
                </a:rPr>
                <a:t>Título com no máximo três linhas</a:t>
              </a:r>
              <a:endParaRPr b="0" i="0" sz="2000" u="none" cap="none" strike="noStrike">
                <a:solidFill>
                  <a:srgbClr val="F85400"/>
                </a:solidFill>
                <a:latin typeface="Roboto Black"/>
                <a:ea typeface="Roboto Black"/>
                <a:cs typeface="Roboto Black"/>
                <a:sym typeface="Roboto Black"/>
              </a:endParaRPr>
            </a:p>
          </p:txBody>
        </p:sp>
        <p:sp>
          <p:nvSpPr>
            <p:cNvPr id="668" name="Google Shape;668;p37"/>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dk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dk1"/>
                </a:solidFill>
                <a:latin typeface="Roboto"/>
                <a:ea typeface="Roboto"/>
                <a:cs typeface="Roboto"/>
                <a:sym typeface="Roboto"/>
              </a:endParaRPr>
            </a:p>
          </p:txBody>
        </p:sp>
        <p:sp>
          <p:nvSpPr>
            <p:cNvPr id="669" name="Google Shape;669;p37"/>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rgbClr val="F85400"/>
                  </a:solidFill>
                  <a:latin typeface="Roboto"/>
                  <a:ea typeface="Roboto"/>
                  <a:cs typeface="Roboto"/>
                  <a:sym typeface="Roboto"/>
                </a:rPr>
                <a:t>Subtítulo de uma linha</a:t>
              </a:r>
              <a:endParaRPr b="0" i="1" sz="738" u="none" cap="none" strike="noStrike">
                <a:solidFill>
                  <a:srgbClr val="F85400"/>
                </a:solidFill>
                <a:latin typeface="Roboto"/>
                <a:ea typeface="Roboto"/>
                <a:cs typeface="Roboto"/>
                <a:sym typeface="Roboto"/>
              </a:endParaRPr>
            </a:p>
          </p:txBody>
        </p:sp>
        <p:cxnSp>
          <p:nvCxnSpPr>
            <p:cNvPr id="670" name="Google Shape;670;p37"/>
            <p:cNvCxnSpPr/>
            <p:nvPr/>
          </p:nvCxnSpPr>
          <p:spPr>
            <a:xfrm>
              <a:off x="831125" y="2166425"/>
              <a:ext cx="2098200" cy="0"/>
            </a:xfrm>
            <a:prstGeom prst="straightConnector1">
              <a:avLst/>
            </a:prstGeom>
            <a:noFill/>
            <a:ln cap="flat" cmpd="sng" w="9525">
              <a:solidFill>
                <a:srgbClr val="FF9000"/>
              </a:solidFill>
              <a:prstDash val="solid"/>
              <a:round/>
              <a:headEnd len="sm" w="sm" type="none"/>
              <a:tailEnd len="sm" w="sm" type="none"/>
            </a:ln>
          </p:spPr>
        </p:cxn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grpSp>
        <p:nvGrpSpPr>
          <p:cNvPr id="675" name="Google Shape;675;p38"/>
          <p:cNvGrpSpPr/>
          <p:nvPr/>
        </p:nvGrpSpPr>
        <p:grpSpPr>
          <a:xfrm>
            <a:off x="6005925" y="522600"/>
            <a:ext cx="2519100" cy="4098300"/>
            <a:chOff x="618975" y="522600"/>
            <a:chExt cx="2519100" cy="4098300"/>
          </a:xfrm>
        </p:grpSpPr>
        <p:sp>
          <p:nvSpPr>
            <p:cNvPr id="676" name="Google Shape;676;p38"/>
            <p:cNvSpPr/>
            <p:nvPr/>
          </p:nvSpPr>
          <p:spPr>
            <a:xfrm>
              <a:off x="618975" y="522600"/>
              <a:ext cx="2519100" cy="4098300"/>
            </a:xfrm>
            <a:prstGeom prst="roundRect">
              <a:avLst>
                <a:gd fmla="val 8805"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77" name="Google Shape;677;p38"/>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chemeClr val="lt1"/>
                  </a:solidFill>
                  <a:latin typeface="Roboto Black"/>
                  <a:ea typeface="Roboto Black"/>
                  <a:cs typeface="Roboto Black"/>
                  <a:sym typeface="Roboto Black"/>
                </a:rPr>
                <a:t>Título com no máximo três linhas</a:t>
              </a:r>
              <a:endParaRPr b="0" i="0" sz="2000" u="none" cap="none" strike="noStrike">
                <a:solidFill>
                  <a:schemeClr val="lt1"/>
                </a:solidFill>
                <a:latin typeface="Roboto Black"/>
                <a:ea typeface="Roboto Black"/>
                <a:cs typeface="Roboto Black"/>
                <a:sym typeface="Roboto Black"/>
              </a:endParaRPr>
            </a:p>
          </p:txBody>
        </p:sp>
        <p:sp>
          <p:nvSpPr>
            <p:cNvPr id="678" name="Google Shape;678;p38"/>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lt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lt1"/>
                </a:solidFill>
                <a:latin typeface="Roboto"/>
                <a:ea typeface="Roboto"/>
                <a:cs typeface="Roboto"/>
                <a:sym typeface="Roboto"/>
              </a:endParaRPr>
            </a:p>
          </p:txBody>
        </p:sp>
        <p:sp>
          <p:nvSpPr>
            <p:cNvPr id="679" name="Google Shape;679;p38"/>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chemeClr val="lt1"/>
                  </a:solidFill>
                  <a:latin typeface="Roboto"/>
                  <a:ea typeface="Roboto"/>
                  <a:cs typeface="Roboto"/>
                  <a:sym typeface="Roboto"/>
                </a:rPr>
                <a:t>Subtítulo de uma linha</a:t>
              </a:r>
              <a:endParaRPr b="0" i="1" sz="738" u="none" cap="none" strike="noStrike">
                <a:solidFill>
                  <a:schemeClr val="lt1"/>
                </a:solidFill>
                <a:latin typeface="Roboto"/>
                <a:ea typeface="Roboto"/>
                <a:cs typeface="Roboto"/>
                <a:sym typeface="Roboto"/>
              </a:endParaRPr>
            </a:p>
          </p:txBody>
        </p:sp>
        <p:cxnSp>
          <p:nvCxnSpPr>
            <p:cNvPr id="680" name="Google Shape;680;p38"/>
            <p:cNvCxnSpPr/>
            <p:nvPr/>
          </p:nvCxnSpPr>
          <p:spPr>
            <a:xfrm>
              <a:off x="831125" y="2166425"/>
              <a:ext cx="2098200" cy="0"/>
            </a:xfrm>
            <a:prstGeom prst="straightConnector1">
              <a:avLst/>
            </a:prstGeom>
            <a:noFill/>
            <a:ln cap="flat" cmpd="sng" w="9525">
              <a:solidFill>
                <a:schemeClr val="lt1"/>
              </a:solidFill>
              <a:prstDash val="solid"/>
              <a:round/>
              <a:headEnd len="sm" w="sm" type="none"/>
              <a:tailEnd len="sm" w="sm" type="none"/>
            </a:ln>
          </p:spPr>
        </p:cxnSp>
      </p:grpSp>
      <p:grpSp>
        <p:nvGrpSpPr>
          <p:cNvPr id="681" name="Google Shape;681;p38"/>
          <p:cNvGrpSpPr/>
          <p:nvPr/>
        </p:nvGrpSpPr>
        <p:grpSpPr>
          <a:xfrm>
            <a:off x="3312450" y="522600"/>
            <a:ext cx="2519100" cy="4098300"/>
            <a:chOff x="618975" y="522600"/>
            <a:chExt cx="2519100" cy="4098300"/>
          </a:xfrm>
        </p:grpSpPr>
        <p:sp>
          <p:nvSpPr>
            <p:cNvPr id="682" name="Google Shape;682;p38"/>
            <p:cNvSpPr/>
            <p:nvPr/>
          </p:nvSpPr>
          <p:spPr>
            <a:xfrm>
              <a:off x="618975" y="522600"/>
              <a:ext cx="2519100" cy="4098300"/>
            </a:xfrm>
            <a:prstGeom prst="roundRect">
              <a:avLst>
                <a:gd fmla="val 8805"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83" name="Google Shape;683;p38"/>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chemeClr val="lt1"/>
                  </a:solidFill>
                  <a:latin typeface="Roboto Black"/>
                  <a:ea typeface="Roboto Black"/>
                  <a:cs typeface="Roboto Black"/>
                  <a:sym typeface="Roboto Black"/>
                </a:rPr>
                <a:t>Título com no máximo três linhas</a:t>
              </a:r>
              <a:endParaRPr b="0" i="0" sz="2000" u="none" cap="none" strike="noStrike">
                <a:solidFill>
                  <a:schemeClr val="lt1"/>
                </a:solidFill>
                <a:latin typeface="Roboto Black"/>
                <a:ea typeface="Roboto Black"/>
                <a:cs typeface="Roboto Black"/>
                <a:sym typeface="Roboto Black"/>
              </a:endParaRPr>
            </a:p>
          </p:txBody>
        </p:sp>
        <p:sp>
          <p:nvSpPr>
            <p:cNvPr id="684" name="Google Shape;684;p38"/>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lt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lt1"/>
                </a:solidFill>
                <a:latin typeface="Roboto"/>
                <a:ea typeface="Roboto"/>
                <a:cs typeface="Roboto"/>
                <a:sym typeface="Roboto"/>
              </a:endParaRPr>
            </a:p>
          </p:txBody>
        </p:sp>
        <p:sp>
          <p:nvSpPr>
            <p:cNvPr id="685" name="Google Shape;685;p38"/>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chemeClr val="lt1"/>
                  </a:solidFill>
                  <a:latin typeface="Roboto"/>
                  <a:ea typeface="Roboto"/>
                  <a:cs typeface="Roboto"/>
                  <a:sym typeface="Roboto"/>
                </a:rPr>
                <a:t>Subtítulo de uma linha</a:t>
              </a:r>
              <a:endParaRPr b="0" i="1" sz="738" u="none" cap="none" strike="noStrike">
                <a:solidFill>
                  <a:schemeClr val="lt1"/>
                </a:solidFill>
                <a:latin typeface="Roboto"/>
                <a:ea typeface="Roboto"/>
                <a:cs typeface="Roboto"/>
                <a:sym typeface="Roboto"/>
              </a:endParaRPr>
            </a:p>
          </p:txBody>
        </p:sp>
        <p:cxnSp>
          <p:nvCxnSpPr>
            <p:cNvPr id="686" name="Google Shape;686;p38"/>
            <p:cNvCxnSpPr/>
            <p:nvPr/>
          </p:nvCxnSpPr>
          <p:spPr>
            <a:xfrm>
              <a:off x="831125" y="2166425"/>
              <a:ext cx="2098200" cy="0"/>
            </a:xfrm>
            <a:prstGeom prst="straightConnector1">
              <a:avLst/>
            </a:prstGeom>
            <a:noFill/>
            <a:ln cap="flat" cmpd="sng" w="9525">
              <a:solidFill>
                <a:schemeClr val="lt1"/>
              </a:solidFill>
              <a:prstDash val="solid"/>
              <a:round/>
              <a:headEnd len="sm" w="sm" type="none"/>
              <a:tailEnd len="sm" w="sm" type="none"/>
            </a:ln>
          </p:spPr>
        </p:cxnSp>
      </p:grpSp>
      <p:grpSp>
        <p:nvGrpSpPr>
          <p:cNvPr id="687" name="Google Shape;687;p38"/>
          <p:cNvGrpSpPr/>
          <p:nvPr/>
        </p:nvGrpSpPr>
        <p:grpSpPr>
          <a:xfrm>
            <a:off x="618975" y="522600"/>
            <a:ext cx="2519100" cy="4098300"/>
            <a:chOff x="618975" y="522600"/>
            <a:chExt cx="2519100" cy="4098300"/>
          </a:xfrm>
        </p:grpSpPr>
        <p:sp>
          <p:nvSpPr>
            <p:cNvPr id="688" name="Google Shape;688;p38"/>
            <p:cNvSpPr/>
            <p:nvPr/>
          </p:nvSpPr>
          <p:spPr>
            <a:xfrm>
              <a:off x="618975" y="522600"/>
              <a:ext cx="2519100" cy="4098300"/>
            </a:xfrm>
            <a:prstGeom prst="roundRect">
              <a:avLst>
                <a:gd fmla="val 8805"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5882"/>
                </a:srgbClr>
              </a:outerShdw>
            </a:effectLst>
          </p:spPr>
          <p:txBody>
            <a:bodyPr anchorCtr="0" anchor="ctr" bIns="103575" lIns="103575" spcFirstLastPara="1" rIns="103575" wrap="square" tIns="103575">
              <a:noAutofit/>
            </a:bodyPr>
            <a:lstStyle/>
            <a:p>
              <a:pPr indent="0" lvl="0" marL="0" marR="0" rtl="0" algn="ctr">
                <a:lnSpc>
                  <a:spcPct val="100000"/>
                </a:lnSpc>
                <a:spcBef>
                  <a:spcPts val="0"/>
                </a:spcBef>
                <a:spcAft>
                  <a:spcPts val="0"/>
                </a:spcAft>
                <a:buClr>
                  <a:srgbClr val="000000"/>
                </a:buClr>
                <a:buSzPts val="1586"/>
                <a:buFont typeface="Arial"/>
                <a:buNone/>
              </a:pPr>
              <a:r>
                <a:t/>
              </a:r>
              <a:endParaRPr b="0" i="0" sz="1586" u="none" cap="none" strike="noStrike">
                <a:solidFill>
                  <a:srgbClr val="000000"/>
                </a:solidFill>
                <a:latin typeface="Arial"/>
                <a:ea typeface="Arial"/>
                <a:cs typeface="Arial"/>
                <a:sym typeface="Arial"/>
              </a:endParaRPr>
            </a:p>
          </p:txBody>
        </p:sp>
        <p:sp>
          <p:nvSpPr>
            <p:cNvPr id="689" name="Google Shape;689;p38"/>
            <p:cNvSpPr/>
            <p:nvPr/>
          </p:nvSpPr>
          <p:spPr>
            <a:xfrm>
              <a:off x="826725" y="1067375"/>
              <a:ext cx="2103600" cy="9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600"/>
                </a:buClr>
                <a:buSzPts val="1800"/>
                <a:buFont typeface="Noto Sans"/>
                <a:buNone/>
              </a:pPr>
              <a:r>
                <a:rPr b="0" i="0" lang="pt-BR" sz="2000" u="none" cap="none" strike="noStrike">
                  <a:solidFill>
                    <a:schemeClr val="lt1"/>
                  </a:solidFill>
                  <a:latin typeface="Roboto Black"/>
                  <a:ea typeface="Roboto Black"/>
                  <a:cs typeface="Roboto Black"/>
                  <a:sym typeface="Roboto Black"/>
                </a:rPr>
                <a:t>Título com no máximo três linhas</a:t>
              </a:r>
              <a:endParaRPr b="0" i="0" sz="2000" u="none" cap="none" strike="noStrike">
                <a:solidFill>
                  <a:schemeClr val="lt1"/>
                </a:solidFill>
                <a:latin typeface="Roboto Black"/>
                <a:ea typeface="Roboto Black"/>
                <a:cs typeface="Roboto Black"/>
                <a:sym typeface="Roboto Black"/>
              </a:endParaRPr>
            </a:p>
          </p:txBody>
        </p:sp>
        <p:sp>
          <p:nvSpPr>
            <p:cNvPr id="690" name="Google Shape;690;p38"/>
            <p:cNvSpPr/>
            <p:nvPr/>
          </p:nvSpPr>
          <p:spPr>
            <a:xfrm>
              <a:off x="826725" y="2336675"/>
              <a:ext cx="2103600" cy="196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842" u="none" cap="none" strike="noStrike">
                  <a:solidFill>
                    <a:schemeClr val="lt1"/>
                  </a:solidFill>
                  <a:latin typeface="Roboto"/>
                  <a:ea typeface="Roboto"/>
                  <a:cs typeface="Roboto"/>
                  <a:sym typeface="Roboto"/>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b="0" i="0" sz="842" u="none" cap="none" strike="noStrike">
                <a:solidFill>
                  <a:schemeClr val="lt1"/>
                </a:solidFill>
                <a:latin typeface="Roboto"/>
                <a:ea typeface="Roboto"/>
                <a:cs typeface="Roboto"/>
                <a:sym typeface="Roboto"/>
              </a:endParaRPr>
            </a:p>
          </p:txBody>
        </p:sp>
        <p:sp>
          <p:nvSpPr>
            <p:cNvPr id="691" name="Google Shape;691;p38"/>
            <p:cNvSpPr/>
            <p:nvPr/>
          </p:nvSpPr>
          <p:spPr>
            <a:xfrm>
              <a:off x="826725" y="818375"/>
              <a:ext cx="2103600" cy="14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38"/>
                <a:buFont typeface="Noto Sans"/>
                <a:buNone/>
              </a:pPr>
              <a:r>
                <a:rPr b="0" i="1" lang="pt-BR" sz="738" u="none" cap="none" strike="noStrike">
                  <a:solidFill>
                    <a:schemeClr val="lt1"/>
                  </a:solidFill>
                  <a:latin typeface="Roboto"/>
                  <a:ea typeface="Roboto"/>
                  <a:cs typeface="Roboto"/>
                  <a:sym typeface="Roboto"/>
                </a:rPr>
                <a:t>Subtítulo de uma linha</a:t>
              </a:r>
              <a:endParaRPr b="0" i="1" sz="738" u="none" cap="none" strike="noStrike">
                <a:solidFill>
                  <a:schemeClr val="lt1"/>
                </a:solidFill>
                <a:latin typeface="Roboto"/>
                <a:ea typeface="Roboto"/>
                <a:cs typeface="Roboto"/>
                <a:sym typeface="Roboto"/>
              </a:endParaRPr>
            </a:p>
          </p:txBody>
        </p:sp>
        <p:cxnSp>
          <p:nvCxnSpPr>
            <p:cNvPr id="692" name="Google Shape;692;p38"/>
            <p:cNvCxnSpPr/>
            <p:nvPr/>
          </p:nvCxnSpPr>
          <p:spPr>
            <a:xfrm>
              <a:off x="831125" y="2166425"/>
              <a:ext cx="2098200" cy="0"/>
            </a:xfrm>
            <a:prstGeom prst="straightConnector1">
              <a:avLst/>
            </a:prstGeom>
            <a:noFill/>
            <a:ln cap="flat" cmpd="sng" w="9525">
              <a:solidFill>
                <a:schemeClr val="lt1"/>
              </a:solidFill>
              <a:prstDash val="solid"/>
              <a:round/>
              <a:headEnd len="sm" w="sm" type="none"/>
              <a:tailEnd len="sm" w="sm" type="none"/>
            </a:ln>
          </p:spPr>
        </p:cxn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39"/>
          <p:cNvSpPr/>
          <p:nvPr/>
        </p:nvSpPr>
        <p:spPr>
          <a:xfrm>
            <a:off x="770088" y="2045538"/>
            <a:ext cx="1738200" cy="1013400"/>
          </a:xfrm>
          <a:prstGeom prst="roundRect">
            <a:avLst>
              <a:gd fmla="val 9613"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196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98" name="Google Shape;698;p39"/>
          <p:cNvPicPr preferRelativeResize="0"/>
          <p:nvPr/>
        </p:nvPicPr>
        <p:blipFill rotWithShape="1">
          <a:blip r:embed="rId3">
            <a:alphaModFix/>
          </a:blip>
          <a:srcRect b="0" l="0" r="0" t="0"/>
          <a:stretch/>
        </p:blipFill>
        <p:spPr>
          <a:xfrm>
            <a:off x="958511" y="2328096"/>
            <a:ext cx="214313" cy="285750"/>
          </a:xfrm>
          <a:prstGeom prst="rect">
            <a:avLst/>
          </a:prstGeom>
          <a:noFill/>
          <a:ln>
            <a:noFill/>
          </a:ln>
        </p:spPr>
      </p:pic>
      <p:sp>
        <p:nvSpPr>
          <p:cNvPr id="699" name="Google Shape;699;p39"/>
          <p:cNvSpPr/>
          <p:nvPr/>
        </p:nvSpPr>
        <p:spPr>
          <a:xfrm>
            <a:off x="958512" y="2732200"/>
            <a:ext cx="1274400" cy="16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046"/>
              <a:buFont typeface="Noto Sans"/>
              <a:buNone/>
            </a:pPr>
            <a:r>
              <a:rPr b="0" i="0" lang="pt-BR" sz="1046" u="none" cap="none" strike="noStrike">
                <a:solidFill>
                  <a:srgbClr val="FFFFFF"/>
                </a:solidFill>
                <a:latin typeface="Roboto Black"/>
                <a:ea typeface="Roboto Black"/>
                <a:cs typeface="Roboto Black"/>
                <a:sym typeface="Roboto Black"/>
              </a:rPr>
              <a:t>Título</a:t>
            </a:r>
            <a:endParaRPr b="0" i="0" sz="1046" u="none" cap="none" strike="noStrike">
              <a:solidFill>
                <a:srgbClr val="FFFFFF"/>
              </a:solidFill>
              <a:latin typeface="Roboto Black"/>
              <a:ea typeface="Roboto Black"/>
              <a:cs typeface="Roboto Black"/>
              <a:sym typeface="Roboto Black"/>
            </a:endParaRPr>
          </a:p>
        </p:txBody>
      </p:sp>
      <p:sp>
        <p:nvSpPr>
          <p:cNvPr id="700" name="Google Shape;700;p39"/>
          <p:cNvSpPr/>
          <p:nvPr/>
        </p:nvSpPr>
        <p:spPr>
          <a:xfrm>
            <a:off x="946825" y="3258225"/>
            <a:ext cx="14463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66666"/>
              </a:buClr>
              <a:buSzPts val="785"/>
              <a:buFont typeface="Noto Sans"/>
              <a:buNone/>
            </a:pPr>
            <a:r>
              <a:rPr b="0" i="0" lang="pt-BR" sz="785" u="none" cap="none" strike="noStrike">
                <a:solidFill>
                  <a:srgbClr val="000000"/>
                </a:solidFill>
                <a:latin typeface="Roboto SemiBold"/>
                <a:ea typeface="Roboto SemiBold"/>
                <a:cs typeface="Roboto SemiBold"/>
                <a:sym typeface="Roboto SemiBold"/>
              </a:rPr>
              <a:t>Subtítulo</a:t>
            </a:r>
            <a:endParaRPr b="0" i="0" sz="785" u="none" cap="none" strike="noStrike">
              <a:solidFill>
                <a:srgbClr val="000000"/>
              </a:solidFill>
              <a:latin typeface="Roboto SemiBold"/>
              <a:ea typeface="Roboto SemiBold"/>
              <a:cs typeface="Roboto SemiBold"/>
              <a:sym typeface="Roboto SemiBold"/>
            </a:endParaRPr>
          </a:p>
        </p:txBody>
      </p:sp>
      <p:sp>
        <p:nvSpPr>
          <p:cNvPr id="701" name="Google Shape;701;p39"/>
          <p:cNvSpPr/>
          <p:nvPr/>
        </p:nvSpPr>
        <p:spPr>
          <a:xfrm>
            <a:off x="946795" y="3509150"/>
            <a:ext cx="14463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02" name="Google Shape;702;p39"/>
          <p:cNvSpPr/>
          <p:nvPr/>
        </p:nvSpPr>
        <p:spPr>
          <a:xfrm>
            <a:off x="946796" y="3713650"/>
            <a:ext cx="14463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03" name="Google Shape;703;p39"/>
          <p:cNvSpPr/>
          <p:nvPr/>
        </p:nvSpPr>
        <p:spPr>
          <a:xfrm>
            <a:off x="946829" y="3918150"/>
            <a:ext cx="1446300" cy="16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04" name="Google Shape;704;p39"/>
          <p:cNvSpPr/>
          <p:nvPr/>
        </p:nvSpPr>
        <p:spPr>
          <a:xfrm>
            <a:off x="851638" y="3220113"/>
            <a:ext cx="28500" cy="8208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39"/>
          <p:cNvSpPr/>
          <p:nvPr/>
        </p:nvSpPr>
        <p:spPr>
          <a:xfrm>
            <a:off x="2725288" y="2045538"/>
            <a:ext cx="1738200" cy="1013400"/>
          </a:xfrm>
          <a:prstGeom prst="roundRect">
            <a:avLst>
              <a:gd fmla="val 9613"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196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06" name="Google Shape;706;p39"/>
          <p:cNvPicPr preferRelativeResize="0"/>
          <p:nvPr/>
        </p:nvPicPr>
        <p:blipFill rotWithShape="1">
          <a:blip r:embed="rId4">
            <a:alphaModFix/>
          </a:blip>
          <a:srcRect b="0" l="0" r="0" t="0"/>
          <a:stretch/>
        </p:blipFill>
        <p:spPr>
          <a:xfrm>
            <a:off x="2913749" y="2328082"/>
            <a:ext cx="285750" cy="285750"/>
          </a:xfrm>
          <a:prstGeom prst="rect">
            <a:avLst/>
          </a:prstGeom>
          <a:noFill/>
          <a:ln>
            <a:noFill/>
          </a:ln>
        </p:spPr>
      </p:pic>
      <p:sp>
        <p:nvSpPr>
          <p:cNvPr id="707" name="Google Shape;707;p39"/>
          <p:cNvSpPr/>
          <p:nvPr/>
        </p:nvSpPr>
        <p:spPr>
          <a:xfrm>
            <a:off x="2913725" y="3258250"/>
            <a:ext cx="14463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66666"/>
              </a:buClr>
              <a:buSzPts val="785"/>
              <a:buFont typeface="Noto Sans"/>
              <a:buNone/>
            </a:pPr>
            <a:r>
              <a:rPr b="0" i="0" lang="pt-BR" sz="785" u="none" cap="none" strike="noStrike">
                <a:solidFill>
                  <a:schemeClr val="dk1"/>
                </a:solidFill>
                <a:latin typeface="Roboto SemiBold"/>
                <a:ea typeface="Roboto SemiBold"/>
                <a:cs typeface="Roboto SemiBold"/>
                <a:sym typeface="Roboto SemiBold"/>
              </a:rPr>
              <a:t>Subtítulo</a:t>
            </a:r>
            <a:endParaRPr b="0" i="0" sz="785" u="none" cap="none" strike="noStrike">
              <a:solidFill>
                <a:srgbClr val="000000"/>
              </a:solidFill>
              <a:latin typeface="Roboto SemiBold"/>
              <a:ea typeface="Roboto SemiBold"/>
              <a:cs typeface="Roboto SemiBold"/>
              <a:sym typeface="Roboto SemiBold"/>
            </a:endParaRPr>
          </a:p>
        </p:txBody>
      </p:sp>
      <p:sp>
        <p:nvSpPr>
          <p:cNvPr id="708" name="Google Shape;708;p39"/>
          <p:cNvSpPr/>
          <p:nvPr/>
        </p:nvSpPr>
        <p:spPr>
          <a:xfrm>
            <a:off x="2913725" y="3509150"/>
            <a:ext cx="14463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09" name="Google Shape;709;p39"/>
          <p:cNvSpPr/>
          <p:nvPr/>
        </p:nvSpPr>
        <p:spPr>
          <a:xfrm>
            <a:off x="2913725" y="3713675"/>
            <a:ext cx="14463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10" name="Google Shape;710;p39"/>
          <p:cNvSpPr/>
          <p:nvPr/>
        </p:nvSpPr>
        <p:spPr>
          <a:xfrm>
            <a:off x="2913725" y="3918150"/>
            <a:ext cx="14463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11" name="Google Shape;711;p39"/>
          <p:cNvSpPr/>
          <p:nvPr/>
        </p:nvSpPr>
        <p:spPr>
          <a:xfrm>
            <a:off x="2804263" y="3220113"/>
            <a:ext cx="28500" cy="8208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39"/>
          <p:cNvSpPr/>
          <p:nvPr/>
        </p:nvSpPr>
        <p:spPr>
          <a:xfrm>
            <a:off x="2913713" y="2732200"/>
            <a:ext cx="1339200" cy="16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046"/>
              <a:buFont typeface="Noto Sans"/>
              <a:buNone/>
            </a:pPr>
            <a:r>
              <a:rPr b="0" i="0" lang="pt-BR" sz="1046" u="none" cap="none" strike="noStrike">
                <a:solidFill>
                  <a:srgbClr val="FFFFFF"/>
                </a:solidFill>
                <a:latin typeface="Roboto Black"/>
                <a:ea typeface="Roboto Black"/>
                <a:cs typeface="Roboto Black"/>
                <a:sym typeface="Roboto Black"/>
              </a:rPr>
              <a:t>Título</a:t>
            </a:r>
            <a:endParaRPr b="0" i="0" sz="1046" u="none" cap="none" strike="noStrike">
              <a:solidFill>
                <a:srgbClr val="FFFFFF"/>
              </a:solidFill>
              <a:latin typeface="Roboto Black"/>
              <a:ea typeface="Roboto Black"/>
              <a:cs typeface="Roboto Black"/>
              <a:sym typeface="Roboto Black"/>
            </a:endParaRPr>
          </a:p>
        </p:txBody>
      </p:sp>
      <p:sp>
        <p:nvSpPr>
          <p:cNvPr id="713" name="Google Shape;713;p39"/>
          <p:cNvSpPr/>
          <p:nvPr/>
        </p:nvSpPr>
        <p:spPr>
          <a:xfrm>
            <a:off x="4774631" y="3220113"/>
            <a:ext cx="28500" cy="8208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39"/>
          <p:cNvSpPr/>
          <p:nvPr/>
        </p:nvSpPr>
        <p:spPr>
          <a:xfrm>
            <a:off x="4680538" y="2045538"/>
            <a:ext cx="1738200" cy="1013400"/>
          </a:xfrm>
          <a:prstGeom prst="roundRect">
            <a:avLst>
              <a:gd fmla="val 9613"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196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15" name="Google Shape;715;p39"/>
          <p:cNvPicPr preferRelativeResize="0"/>
          <p:nvPr/>
        </p:nvPicPr>
        <p:blipFill rotWithShape="1">
          <a:blip r:embed="rId5">
            <a:alphaModFix/>
          </a:blip>
          <a:srcRect b="0" l="0" r="0" t="0"/>
          <a:stretch/>
        </p:blipFill>
        <p:spPr>
          <a:xfrm>
            <a:off x="4868983" y="2328082"/>
            <a:ext cx="357188" cy="285750"/>
          </a:xfrm>
          <a:prstGeom prst="rect">
            <a:avLst/>
          </a:prstGeom>
          <a:noFill/>
          <a:ln>
            <a:noFill/>
          </a:ln>
        </p:spPr>
      </p:pic>
      <p:sp>
        <p:nvSpPr>
          <p:cNvPr id="716" name="Google Shape;716;p39"/>
          <p:cNvSpPr/>
          <p:nvPr/>
        </p:nvSpPr>
        <p:spPr>
          <a:xfrm>
            <a:off x="4876900" y="3258250"/>
            <a:ext cx="14145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66666"/>
              </a:buClr>
              <a:buSzPts val="785"/>
              <a:buFont typeface="Noto Sans"/>
              <a:buNone/>
            </a:pPr>
            <a:r>
              <a:rPr b="0" i="0" lang="pt-BR" sz="785" u="none" cap="none" strike="noStrike">
                <a:solidFill>
                  <a:schemeClr val="dk1"/>
                </a:solidFill>
                <a:latin typeface="Roboto SemiBold"/>
                <a:ea typeface="Roboto SemiBold"/>
                <a:cs typeface="Roboto SemiBold"/>
                <a:sym typeface="Roboto SemiBold"/>
              </a:rPr>
              <a:t>Subtítulo</a:t>
            </a:r>
            <a:endParaRPr b="0" i="0" sz="785" u="none" cap="none" strike="noStrike">
              <a:solidFill>
                <a:srgbClr val="000000"/>
              </a:solidFill>
              <a:latin typeface="Roboto SemiBold"/>
              <a:ea typeface="Roboto SemiBold"/>
              <a:cs typeface="Roboto SemiBold"/>
              <a:sym typeface="Roboto SemiBold"/>
            </a:endParaRPr>
          </a:p>
        </p:txBody>
      </p:sp>
      <p:sp>
        <p:nvSpPr>
          <p:cNvPr id="717" name="Google Shape;717;p39"/>
          <p:cNvSpPr/>
          <p:nvPr/>
        </p:nvSpPr>
        <p:spPr>
          <a:xfrm>
            <a:off x="4868950" y="3509150"/>
            <a:ext cx="14145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333333"/>
                </a:solidFill>
                <a:latin typeface="Roboto"/>
                <a:ea typeface="Roboto"/>
                <a:cs typeface="Roboto"/>
                <a:sym typeface="Roboto"/>
              </a:rPr>
              <a:t>Colocar o texto aqui</a:t>
            </a:r>
            <a:endParaRPr b="0" i="0" sz="680" u="none" cap="none" strike="noStrike">
              <a:solidFill>
                <a:srgbClr val="333333"/>
              </a:solidFill>
              <a:latin typeface="Roboto"/>
              <a:ea typeface="Roboto"/>
              <a:cs typeface="Roboto"/>
              <a:sym typeface="Roboto"/>
            </a:endParaRPr>
          </a:p>
        </p:txBody>
      </p:sp>
      <p:sp>
        <p:nvSpPr>
          <p:cNvPr id="718" name="Google Shape;718;p39"/>
          <p:cNvSpPr/>
          <p:nvPr/>
        </p:nvSpPr>
        <p:spPr>
          <a:xfrm>
            <a:off x="4868947" y="3713675"/>
            <a:ext cx="13557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19" name="Google Shape;719;p39"/>
          <p:cNvSpPr/>
          <p:nvPr/>
        </p:nvSpPr>
        <p:spPr>
          <a:xfrm>
            <a:off x="4868947" y="3918150"/>
            <a:ext cx="14145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20" name="Google Shape;720;p39"/>
          <p:cNvSpPr/>
          <p:nvPr/>
        </p:nvSpPr>
        <p:spPr>
          <a:xfrm>
            <a:off x="4868935" y="2732200"/>
            <a:ext cx="1339200" cy="16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046"/>
              <a:buFont typeface="Noto Sans"/>
              <a:buNone/>
            </a:pPr>
            <a:r>
              <a:rPr b="0" i="0" lang="pt-BR" sz="1046" u="none" cap="none" strike="noStrike">
                <a:solidFill>
                  <a:srgbClr val="FFFFFF"/>
                </a:solidFill>
                <a:latin typeface="Roboto Black"/>
                <a:ea typeface="Roboto Black"/>
                <a:cs typeface="Roboto Black"/>
                <a:sym typeface="Roboto Black"/>
              </a:rPr>
              <a:t>Título</a:t>
            </a:r>
            <a:endParaRPr b="0" i="0" sz="1046" u="none" cap="none" strike="noStrike">
              <a:solidFill>
                <a:srgbClr val="FFFFFF"/>
              </a:solidFill>
              <a:latin typeface="Roboto Black"/>
              <a:ea typeface="Roboto Black"/>
              <a:cs typeface="Roboto Black"/>
              <a:sym typeface="Roboto Black"/>
            </a:endParaRPr>
          </a:p>
        </p:txBody>
      </p:sp>
      <p:sp>
        <p:nvSpPr>
          <p:cNvPr id="721" name="Google Shape;721;p39"/>
          <p:cNvSpPr/>
          <p:nvPr/>
        </p:nvSpPr>
        <p:spPr>
          <a:xfrm>
            <a:off x="6635713" y="2045538"/>
            <a:ext cx="1738200" cy="1013400"/>
          </a:xfrm>
          <a:prstGeom prst="roundRect">
            <a:avLst>
              <a:gd fmla="val 9613" name="adj"/>
            </a:avLst>
          </a:prstGeom>
          <a:gradFill>
            <a:gsLst>
              <a:gs pos="0">
                <a:srgbClr val="F85400"/>
              </a:gs>
              <a:gs pos="100000">
                <a:srgbClr val="FF9000"/>
              </a:gs>
            </a:gsLst>
            <a:path path="circle">
              <a:fillToRect b="0%" l="100%" r="0%" t="100%"/>
            </a:path>
            <a:tileRect b="-100%" l="0%" r="-100%" t="0%"/>
          </a:gradFill>
          <a:ln>
            <a:noFill/>
          </a:ln>
          <a:effectLst>
            <a:outerShdw blurRad="171450" rotWithShape="0" algn="bl">
              <a:srgbClr val="000000">
                <a:alpha val="2196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22" name="Google Shape;722;p39"/>
          <p:cNvPicPr preferRelativeResize="0"/>
          <p:nvPr/>
        </p:nvPicPr>
        <p:blipFill rotWithShape="1">
          <a:blip r:embed="rId6">
            <a:alphaModFix/>
          </a:blip>
          <a:srcRect b="0" l="0" r="0" t="0"/>
          <a:stretch/>
        </p:blipFill>
        <p:spPr>
          <a:xfrm>
            <a:off x="6824130" y="2328082"/>
            <a:ext cx="285750" cy="285750"/>
          </a:xfrm>
          <a:prstGeom prst="rect">
            <a:avLst/>
          </a:prstGeom>
          <a:noFill/>
          <a:ln>
            <a:noFill/>
          </a:ln>
        </p:spPr>
      </p:pic>
      <p:sp>
        <p:nvSpPr>
          <p:cNvPr id="723" name="Google Shape;723;p39"/>
          <p:cNvSpPr/>
          <p:nvPr/>
        </p:nvSpPr>
        <p:spPr>
          <a:xfrm>
            <a:off x="6824175" y="3237100"/>
            <a:ext cx="1446300" cy="126900"/>
          </a:xfrm>
          <a:prstGeom prst="rect">
            <a:avLst/>
          </a:prstGeom>
          <a:noFill/>
          <a:ln>
            <a:noFill/>
          </a:ln>
        </p:spPr>
        <p:txBody>
          <a:bodyPr anchorCtr="0" anchor="t" bIns="0" lIns="0" spcFirstLastPara="1" rIns="11150" wrap="square" tIns="0">
            <a:noAutofit/>
          </a:bodyPr>
          <a:lstStyle/>
          <a:p>
            <a:pPr indent="0" lvl="0" marL="0" marR="0" rtl="0" algn="l">
              <a:lnSpc>
                <a:spcPct val="100000"/>
              </a:lnSpc>
              <a:spcBef>
                <a:spcPts val="0"/>
              </a:spcBef>
              <a:spcAft>
                <a:spcPts val="0"/>
              </a:spcAft>
              <a:buClr>
                <a:srgbClr val="666666"/>
              </a:buClr>
              <a:buSzPts val="785"/>
              <a:buFont typeface="Noto Sans"/>
              <a:buNone/>
            </a:pPr>
            <a:r>
              <a:rPr b="0" i="0" lang="pt-BR" sz="785" u="none" cap="none" strike="noStrike">
                <a:solidFill>
                  <a:schemeClr val="dk1"/>
                </a:solidFill>
                <a:latin typeface="Roboto SemiBold"/>
                <a:ea typeface="Roboto SemiBold"/>
                <a:cs typeface="Roboto SemiBold"/>
                <a:sym typeface="Roboto SemiBold"/>
              </a:rPr>
              <a:t>Subtítulo</a:t>
            </a:r>
            <a:endParaRPr b="0" i="0" sz="785" u="none" cap="none" strike="noStrike">
              <a:solidFill>
                <a:srgbClr val="000000"/>
              </a:solidFill>
              <a:latin typeface="Roboto SemiBold"/>
              <a:ea typeface="Roboto SemiBold"/>
              <a:cs typeface="Roboto SemiBold"/>
              <a:sym typeface="Roboto SemiBold"/>
            </a:endParaRPr>
          </a:p>
        </p:txBody>
      </p:sp>
      <p:sp>
        <p:nvSpPr>
          <p:cNvPr id="724" name="Google Shape;724;p39"/>
          <p:cNvSpPr/>
          <p:nvPr/>
        </p:nvSpPr>
        <p:spPr>
          <a:xfrm>
            <a:off x="6824150" y="3488025"/>
            <a:ext cx="14145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25" name="Google Shape;725;p39"/>
          <p:cNvSpPr/>
          <p:nvPr/>
        </p:nvSpPr>
        <p:spPr>
          <a:xfrm>
            <a:off x="6824150" y="3692525"/>
            <a:ext cx="14145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26" name="Google Shape;726;p39"/>
          <p:cNvSpPr/>
          <p:nvPr/>
        </p:nvSpPr>
        <p:spPr>
          <a:xfrm>
            <a:off x="6824150" y="3897025"/>
            <a:ext cx="14145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680"/>
              <a:buFont typeface="Noto Sans"/>
              <a:buNone/>
            </a:pPr>
            <a:r>
              <a:rPr b="1" i="0" lang="pt-BR" sz="680" u="none" cap="none" strike="noStrike">
                <a:solidFill>
                  <a:srgbClr val="FF6600"/>
                </a:solidFill>
                <a:latin typeface="Roboto"/>
                <a:ea typeface="Roboto"/>
                <a:cs typeface="Roboto"/>
                <a:sym typeface="Roboto"/>
              </a:rPr>
              <a:t>• </a:t>
            </a:r>
            <a:r>
              <a:rPr b="0" i="0" lang="pt-BR" sz="680" u="none" cap="none" strike="noStrike">
                <a:solidFill>
                  <a:srgbClr val="000000"/>
                </a:solidFill>
                <a:latin typeface="Roboto"/>
                <a:ea typeface="Roboto"/>
                <a:cs typeface="Roboto"/>
                <a:sym typeface="Roboto"/>
              </a:rPr>
              <a:t>Colocar o texto aqui</a:t>
            </a:r>
            <a:endParaRPr b="0" i="0" sz="680" u="none" cap="none" strike="noStrike">
              <a:solidFill>
                <a:srgbClr val="000000"/>
              </a:solidFill>
              <a:latin typeface="Roboto"/>
              <a:ea typeface="Roboto"/>
              <a:cs typeface="Roboto"/>
              <a:sym typeface="Roboto"/>
            </a:endParaRPr>
          </a:p>
        </p:txBody>
      </p:sp>
      <p:sp>
        <p:nvSpPr>
          <p:cNvPr id="727" name="Google Shape;727;p39"/>
          <p:cNvSpPr/>
          <p:nvPr/>
        </p:nvSpPr>
        <p:spPr>
          <a:xfrm>
            <a:off x="6714688" y="3220113"/>
            <a:ext cx="28500" cy="820800"/>
          </a:xfrm>
          <a:prstGeom prst="rect">
            <a:avLst/>
          </a:prstGeom>
          <a:gradFill>
            <a:gsLst>
              <a:gs pos="0">
                <a:srgbClr val="F85400"/>
              </a:gs>
              <a:gs pos="100000">
                <a:srgbClr val="FF9000"/>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39"/>
          <p:cNvSpPr/>
          <p:nvPr/>
        </p:nvSpPr>
        <p:spPr>
          <a:xfrm>
            <a:off x="6824138" y="2732200"/>
            <a:ext cx="1339200" cy="16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046"/>
              <a:buFont typeface="Noto Sans"/>
              <a:buNone/>
            </a:pPr>
            <a:r>
              <a:rPr b="0" i="0" lang="pt-BR" sz="1046" u="none" cap="none" strike="noStrike">
                <a:solidFill>
                  <a:srgbClr val="FFFFFF"/>
                </a:solidFill>
                <a:latin typeface="Roboto Black"/>
                <a:ea typeface="Roboto Black"/>
                <a:cs typeface="Roboto Black"/>
                <a:sym typeface="Roboto Black"/>
              </a:rPr>
              <a:t>Título</a:t>
            </a:r>
            <a:endParaRPr b="0" i="0" sz="1046" u="none" cap="none" strike="noStrike">
              <a:solidFill>
                <a:srgbClr val="FFFFFF"/>
              </a:solidFill>
              <a:latin typeface="Roboto Black"/>
              <a:ea typeface="Roboto Black"/>
              <a:cs typeface="Roboto Black"/>
              <a:sym typeface="Roboto Black"/>
            </a:endParaRPr>
          </a:p>
        </p:txBody>
      </p:sp>
      <p:sp>
        <p:nvSpPr>
          <p:cNvPr id="729" name="Google Shape;729;p39"/>
          <p:cNvSpPr/>
          <p:nvPr/>
        </p:nvSpPr>
        <p:spPr>
          <a:xfrm>
            <a:off x="2760163" y="902463"/>
            <a:ext cx="3623700" cy="3429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1800" u="none" cap="none" strike="noStrike">
                <a:solidFill>
                  <a:srgbClr val="FF6600"/>
                </a:solidFill>
                <a:latin typeface="Roboto Black"/>
                <a:ea typeface="Roboto Black"/>
                <a:cs typeface="Roboto Black"/>
                <a:sym typeface="Roboto Black"/>
              </a:rPr>
              <a:t>Título de uma linha</a:t>
            </a:r>
            <a:endParaRPr b="0" i="0" sz="1800" u="none" cap="none" strike="noStrike">
              <a:solidFill>
                <a:srgbClr val="FF6600"/>
              </a:solidFill>
              <a:latin typeface="Roboto Black"/>
              <a:ea typeface="Roboto Black"/>
              <a:cs typeface="Roboto Black"/>
              <a:sym typeface="Roboto Black"/>
            </a:endParaRPr>
          </a:p>
        </p:txBody>
      </p:sp>
      <p:sp>
        <p:nvSpPr>
          <p:cNvPr id="730" name="Google Shape;730;p39"/>
          <p:cNvSpPr/>
          <p:nvPr/>
        </p:nvSpPr>
        <p:spPr>
          <a:xfrm>
            <a:off x="2188200" y="1304100"/>
            <a:ext cx="4767600" cy="396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1046" u="none" cap="none" strike="noStrike">
                <a:solidFill>
                  <a:srgbClr val="333333"/>
                </a:solidFill>
                <a:latin typeface="Roboto"/>
                <a:ea typeface="Roboto"/>
                <a:cs typeface="Roboto"/>
                <a:sym typeface="Roboto"/>
              </a:rPr>
              <a:t>Lorem ipsum dolor sit amet, consectetuer adipiscing elit, sed diam nonummy nibh euismod tincidunt ut laoreet dolore magna aliquam erat volutpat.</a:t>
            </a:r>
            <a:endParaRPr b="0" i="0" sz="1046" u="none" cap="none" strike="noStrike">
              <a:solidFill>
                <a:srgbClr val="333333"/>
              </a:solidFill>
              <a:latin typeface="Roboto"/>
              <a:ea typeface="Roboto"/>
              <a:cs typeface="Roboto"/>
              <a:sym typeface="Roboto"/>
            </a:endParaRPr>
          </a:p>
        </p:txBody>
      </p:sp>
      <p:sp>
        <p:nvSpPr>
          <p:cNvPr id="731" name="Google Shape;731;p39"/>
          <p:cNvSpPr txBox="1"/>
          <p:nvPr/>
        </p:nvSpPr>
        <p:spPr>
          <a:xfrm>
            <a:off x="174950" y="4800200"/>
            <a:ext cx="1516200" cy="135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700"/>
              <a:buFont typeface="Arial"/>
              <a:buNone/>
            </a:pPr>
            <a:r>
              <a:rPr b="1" i="1" lang="pt-BR" sz="700" u="none" cap="none" strike="noStrike">
                <a:solidFill>
                  <a:srgbClr val="F85400"/>
                </a:solidFill>
                <a:latin typeface="Roboto"/>
                <a:ea typeface="Roboto"/>
                <a:cs typeface="Roboto"/>
                <a:sym typeface="Roboto"/>
              </a:rPr>
              <a:t>Colocar Área</a:t>
            </a:r>
            <a:endParaRPr b="1" i="1" sz="700" u="none" cap="none" strike="noStrike">
              <a:solidFill>
                <a:srgbClr val="F854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40"/>
          <p:cNvSpPr/>
          <p:nvPr/>
        </p:nvSpPr>
        <p:spPr>
          <a:xfrm>
            <a:off x="1881175" y="6894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37" name="Google Shape;737;p40"/>
          <p:cNvSpPr/>
          <p:nvPr/>
        </p:nvSpPr>
        <p:spPr>
          <a:xfrm>
            <a:off x="1881175" y="6894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38" name="Google Shape;738;p40"/>
          <p:cNvSpPr/>
          <p:nvPr/>
        </p:nvSpPr>
        <p:spPr>
          <a:xfrm>
            <a:off x="2974875" y="6894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39" name="Google Shape;739;p40"/>
          <p:cNvSpPr/>
          <p:nvPr/>
        </p:nvSpPr>
        <p:spPr>
          <a:xfrm>
            <a:off x="4068575" y="6894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0" name="Google Shape;740;p40"/>
          <p:cNvSpPr/>
          <p:nvPr/>
        </p:nvSpPr>
        <p:spPr>
          <a:xfrm>
            <a:off x="5162275" y="6894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1" name="Google Shape;741;p40"/>
          <p:cNvSpPr/>
          <p:nvPr/>
        </p:nvSpPr>
        <p:spPr>
          <a:xfrm>
            <a:off x="6255975" y="6894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2" name="Google Shape;742;p40"/>
          <p:cNvSpPr/>
          <p:nvPr/>
        </p:nvSpPr>
        <p:spPr>
          <a:xfrm>
            <a:off x="7349675" y="6894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3" name="Google Shape;743;p40"/>
          <p:cNvSpPr/>
          <p:nvPr/>
        </p:nvSpPr>
        <p:spPr>
          <a:xfrm>
            <a:off x="8443000" y="6894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4" name="Google Shape;744;p40"/>
          <p:cNvSpPr/>
          <p:nvPr/>
        </p:nvSpPr>
        <p:spPr>
          <a:xfrm>
            <a:off x="1881175" y="14065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5" name="Google Shape;745;p40"/>
          <p:cNvSpPr/>
          <p:nvPr/>
        </p:nvSpPr>
        <p:spPr>
          <a:xfrm>
            <a:off x="2974875" y="14065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6" name="Google Shape;746;p40"/>
          <p:cNvSpPr/>
          <p:nvPr/>
        </p:nvSpPr>
        <p:spPr>
          <a:xfrm>
            <a:off x="4068575" y="14065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7" name="Google Shape;747;p40"/>
          <p:cNvSpPr/>
          <p:nvPr/>
        </p:nvSpPr>
        <p:spPr>
          <a:xfrm>
            <a:off x="5162275" y="14065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8" name="Google Shape;748;p40"/>
          <p:cNvSpPr/>
          <p:nvPr/>
        </p:nvSpPr>
        <p:spPr>
          <a:xfrm>
            <a:off x="6255975" y="14065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49" name="Google Shape;749;p40"/>
          <p:cNvSpPr/>
          <p:nvPr/>
        </p:nvSpPr>
        <p:spPr>
          <a:xfrm>
            <a:off x="7349675" y="14065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0" name="Google Shape;750;p40"/>
          <p:cNvSpPr/>
          <p:nvPr/>
        </p:nvSpPr>
        <p:spPr>
          <a:xfrm>
            <a:off x="8443000" y="14065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1" name="Google Shape;751;p40"/>
          <p:cNvSpPr/>
          <p:nvPr/>
        </p:nvSpPr>
        <p:spPr>
          <a:xfrm>
            <a:off x="1881025" y="212375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2" name="Google Shape;752;p40"/>
          <p:cNvSpPr/>
          <p:nvPr/>
        </p:nvSpPr>
        <p:spPr>
          <a:xfrm>
            <a:off x="2974725" y="212375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3" name="Google Shape;753;p40"/>
          <p:cNvSpPr/>
          <p:nvPr/>
        </p:nvSpPr>
        <p:spPr>
          <a:xfrm>
            <a:off x="4068425" y="212375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4" name="Google Shape;754;p40"/>
          <p:cNvSpPr/>
          <p:nvPr/>
        </p:nvSpPr>
        <p:spPr>
          <a:xfrm>
            <a:off x="5162125" y="212375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5" name="Google Shape;755;p40"/>
          <p:cNvSpPr/>
          <p:nvPr/>
        </p:nvSpPr>
        <p:spPr>
          <a:xfrm>
            <a:off x="6255825" y="212375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6" name="Google Shape;756;p40"/>
          <p:cNvSpPr/>
          <p:nvPr/>
        </p:nvSpPr>
        <p:spPr>
          <a:xfrm>
            <a:off x="7349525" y="212375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7" name="Google Shape;757;p40"/>
          <p:cNvSpPr/>
          <p:nvPr/>
        </p:nvSpPr>
        <p:spPr>
          <a:xfrm>
            <a:off x="8442850" y="212375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8" name="Google Shape;758;p40"/>
          <p:cNvSpPr/>
          <p:nvPr/>
        </p:nvSpPr>
        <p:spPr>
          <a:xfrm>
            <a:off x="1881025" y="284092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59" name="Google Shape;759;p40"/>
          <p:cNvSpPr/>
          <p:nvPr/>
        </p:nvSpPr>
        <p:spPr>
          <a:xfrm>
            <a:off x="2974725" y="284092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0" name="Google Shape;760;p40"/>
          <p:cNvSpPr/>
          <p:nvPr/>
        </p:nvSpPr>
        <p:spPr>
          <a:xfrm>
            <a:off x="4068425" y="284092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1" name="Google Shape;761;p40"/>
          <p:cNvSpPr/>
          <p:nvPr/>
        </p:nvSpPr>
        <p:spPr>
          <a:xfrm>
            <a:off x="5162125" y="284092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2" name="Google Shape;762;p40"/>
          <p:cNvSpPr/>
          <p:nvPr/>
        </p:nvSpPr>
        <p:spPr>
          <a:xfrm>
            <a:off x="6255825" y="284092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3" name="Google Shape;763;p40"/>
          <p:cNvSpPr/>
          <p:nvPr/>
        </p:nvSpPr>
        <p:spPr>
          <a:xfrm>
            <a:off x="7349525" y="284092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4" name="Google Shape;764;p40"/>
          <p:cNvSpPr/>
          <p:nvPr/>
        </p:nvSpPr>
        <p:spPr>
          <a:xfrm>
            <a:off x="8442850" y="284092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5" name="Google Shape;765;p40"/>
          <p:cNvSpPr/>
          <p:nvPr/>
        </p:nvSpPr>
        <p:spPr>
          <a:xfrm>
            <a:off x="1881175" y="35581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6" name="Google Shape;766;p40"/>
          <p:cNvSpPr/>
          <p:nvPr/>
        </p:nvSpPr>
        <p:spPr>
          <a:xfrm>
            <a:off x="2974875" y="35581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7" name="Google Shape;767;p40"/>
          <p:cNvSpPr/>
          <p:nvPr/>
        </p:nvSpPr>
        <p:spPr>
          <a:xfrm>
            <a:off x="4068575" y="35581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8" name="Google Shape;768;p40"/>
          <p:cNvSpPr/>
          <p:nvPr/>
        </p:nvSpPr>
        <p:spPr>
          <a:xfrm>
            <a:off x="5162275" y="35581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69" name="Google Shape;769;p40"/>
          <p:cNvSpPr/>
          <p:nvPr/>
        </p:nvSpPr>
        <p:spPr>
          <a:xfrm>
            <a:off x="6255975" y="35581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70" name="Google Shape;770;p40"/>
          <p:cNvSpPr/>
          <p:nvPr/>
        </p:nvSpPr>
        <p:spPr>
          <a:xfrm>
            <a:off x="7349675" y="35581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71" name="Google Shape;771;p40"/>
          <p:cNvSpPr/>
          <p:nvPr/>
        </p:nvSpPr>
        <p:spPr>
          <a:xfrm>
            <a:off x="8443000" y="3558100"/>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72" name="Google Shape;772;p40"/>
          <p:cNvSpPr/>
          <p:nvPr/>
        </p:nvSpPr>
        <p:spPr>
          <a:xfrm>
            <a:off x="1881175" y="42752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73" name="Google Shape;773;p40"/>
          <p:cNvSpPr/>
          <p:nvPr/>
        </p:nvSpPr>
        <p:spPr>
          <a:xfrm>
            <a:off x="2974875" y="42752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74" name="Google Shape;774;p40"/>
          <p:cNvSpPr/>
          <p:nvPr/>
        </p:nvSpPr>
        <p:spPr>
          <a:xfrm>
            <a:off x="4068575" y="42752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75" name="Google Shape;775;p40"/>
          <p:cNvSpPr/>
          <p:nvPr/>
        </p:nvSpPr>
        <p:spPr>
          <a:xfrm>
            <a:off x="5162275" y="42752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76" name="Google Shape;776;p40"/>
          <p:cNvSpPr/>
          <p:nvPr/>
        </p:nvSpPr>
        <p:spPr>
          <a:xfrm>
            <a:off x="6255975" y="42752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77" name="Google Shape;777;p40"/>
          <p:cNvSpPr/>
          <p:nvPr/>
        </p:nvSpPr>
        <p:spPr>
          <a:xfrm>
            <a:off x="7349675" y="42752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sp>
        <p:nvSpPr>
          <p:cNvPr id="778" name="Google Shape;778;p40"/>
          <p:cNvSpPr/>
          <p:nvPr/>
        </p:nvSpPr>
        <p:spPr>
          <a:xfrm>
            <a:off x="8443000" y="4275275"/>
            <a:ext cx="391500" cy="1380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X</a:t>
            </a:r>
            <a:endParaRPr b="0" i="0" sz="942" u="none" cap="none" strike="noStrike">
              <a:solidFill>
                <a:srgbClr val="F85400"/>
              </a:solidFill>
              <a:latin typeface="Roboto Black"/>
              <a:ea typeface="Roboto Black"/>
              <a:cs typeface="Roboto Black"/>
              <a:sym typeface="Roboto Black"/>
            </a:endParaRPr>
          </a:p>
        </p:txBody>
      </p:sp>
      <p:pic>
        <p:nvPicPr>
          <p:cNvPr id="779" name="Google Shape;779;p40"/>
          <p:cNvPicPr preferRelativeResize="0"/>
          <p:nvPr/>
        </p:nvPicPr>
        <p:blipFill rotWithShape="1">
          <a:blip r:embed="rId3">
            <a:alphaModFix/>
          </a:blip>
          <a:srcRect b="0" l="0" r="0" t="0"/>
          <a:stretch/>
        </p:blipFill>
        <p:spPr>
          <a:xfrm>
            <a:off x="4665349" y="2224025"/>
            <a:ext cx="444225" cy="445225"/>
          </a:xfrm>
          <a:prstGeom prst="rect">
            <a:avLst/>
          </a:prstGeom>
          <a:noFill/>
          <a:ln>
            <a:noFill/>
          </a:ln>
          <a:effectLst>
            <a:outerShdw blurRad="57150" rotWithShape="0" algn="bl" dir="5400000" dist="19050">
              <a:srgbClr val="000000">
                <a:alpha val="30196"/>
              </a:srgbClr>
            </a:outerShdw>
          </a:effectLst>
        </p:spPr>
      </p:pic>
      <p:sp>
        <p:nvSpPr>
          <p:cNvPr id="780" name="Google Shape;780;p40"/>
          <p:cNvSpPr/>
          <p:nvPr/>
        </p:nvSpPr>
        <p:spPr>
          <a:xfrm>
            <a:off x="2441275" y="1586750"/>
            <a:ext cx="8061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942" u="none" cap="none" strike="noStrike">
                <a:solidFill>
                  <a:srgbClr val="F85400"/>
                </a:solidFill>
                <a:latin typeface="Roboto Black"/>
                <a:ea typeface="Roboto Black"/>
                <a:cs typeface="Roboto Black"/>
                <a:sym typeface="Roboto Black"/>
              </a:rPr>
              <a:t>Bloco para anotações</a:t>
            </a:r>
            <a:endParaRPr b="0" i="0" sz="942" u="none" cap="none" strike="noStrike">
              <a:solidFill>
                <a:srgbClr val="F85400"/>
              </a:solidFill>
              <a:latin typeface="Roboto Black"/>
              <a:ea typeface="Roboto Black"/>
              <a:cs typeface="Roboto Black"/>
              <a:sym typeface="Roboto Black"/>
            </a:endParaRPr>
          </a:p>
        </p:txBody>
      </p:sp>
      <p:sp>
        <p:nvSpPr>
          <p:cNvPr id="781" name="Google Shape;781;p40"/>
          <p:cNvSpPr/>
          <p:nvPr/>
        </p:nvSpPr>
        <p:spPr>
          <a:xfrm rot="-5400000">
            <a:off x="-314100" y="3827575"/>
            <a:ext cx="1827600" cy="354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2200" u="none" cap="none" strike="noStrike">
                <a:solidFill>
                  <a:schemeClr val="lt1"/>
                </a:solidFill>
                <a:latin typeface="Roboto Black"/>
                <a:ea typeface="Roboto Black"/>
                <a:cs typeface="Roboto Black"/>
                <a:sym typeface="Roboto Black"/>
              </a:rPr>
              <a:t>Mês</a:t>
            </a:r>
            <a:endParaRPr b="0" i="0" sz="2200" u="none" cap="none" strike="noStrike">
              <a:solidFill>
                <a:schemeClr val="lt1"/>
              </a:solidFill>
              <a:latin typeface="Roboto Black"/>
              <a:ea typeface="Roboto Black"/>
              <a:cs typeface="Roboto Black"/>
              <a:sym typeface="Roboto Black"/>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41"/>
          <p:cNvSpPr/>
          <p:nvPr/>
        </p:nvSpPr>
        <p:spPr>
          <a:xfrm>
            <a:off x="1135476" y="3108602"/>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sp>
        <p:nvSpPr>
          <p:cNvPr id="787" name="Google Shape;787;p41"/>
          <p:cNvSpPr/>
          <p:nvPr/>
        </p:nvSpPr>
        <p:spPr>
          <a:xfrm>
            <a:off x="1135250" y="3305525"/>
            <a:ext cx="1202100" cy="3588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Cargo</a:t>
            </a:r>
            <a:endParaRPr b="0" i="0" sz="869" u="none" cap="none" strike="noStrike">
              <a:solidFill>
                <a:schemeClr val="lt1"/>
              </a:solidFill>
              <a:latin typeface="Roboto"/>
              <a:ea typeface="Roboto"/>
              <a:cs typeface="Roboto"/>
              <a:sym typeface="Roboto"/>
            </a:endParaRPr>
          </a:p>
        </p:txBody>
      </p:sp>
      <p:pic>
        <p:nvPicPr>
          <p:cNvPr id="788" name="Google Shape;788;p41" title="símbolo.png"/>
          <p:cNvPicPr preferRelativeResize="0"/>
          <p:nvPr/>
        </p:nvPicPr>
        <p:blipFill rotWithShape="1">
          <a:blip r:embed="rId3">
            <a:alphaModFix/>
          </a:blip>
          <a:srcRect b="0" l="0" r="0" t="0"/>
          <a:stretch/>
        </p:blipFill>
        <p:spPr>
          <a:xfrm rot="-1197207">
            <a:off x="1135694" y="2221552"/>
            <a:ext cx="1418389" cy="763887"/>
          </a:xfrm>
          <a:prstGeom prst="rect">
            <a:avLst/>
          </a:prstGeom>
          <a:noFill/>
          <a:ln>
            <a:noFill/>
          </a:ln>
        </p:spPr>
      </p:pic>
      <p:sp>
        <p:nvSpPr>
          <p:cNvPr id="789" name="Google Shape;789;p41"/>
          <p:cNvSpPr/>
          <p:nvPr/>
        </p:nvSpPr>
        <p:spPr>
          <a:xfrm>
            <a:off x="2909249" y="3108602"/>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pic>
        <p:nvPicPr>
          <p:cNvPr id="790" name="Google Shape;790;p41" title="símbolo.png"/>
          <p:cNvPicPr preferRelativeResize="0"/>
          <p:nvPr/>
        </p:nvPicPr>
        <p:blipFill rotWithShape="1">
          <a:blip r:embed="rId3">
            <a:alphaModFix/>
          </a:blip>
          <a:srcRect b="0" l="0" r="0" t="0"/>
          <a:stretch/>
        </p:blipFill>
        <p:spPr>
          <a:xfrm rot="-1197207">
            <a:off x="2909467" y="2221552"/>
            <a:ext cx="1418389" cy="763887"/>
          </a:xfrm>
          <a:prstGeom prst="rect">
            <a:avLst/>
          </a:prstGeom>
          <a:noFill/>
          <a:ln>
            <a:noFill/>
          </a:ln>
        </p:spPr>
      </p:pic>
      <p:sp>
        <p:nvSpPr>
          <p:cNvPr id="791" name="Google Shape;791;p41"/>
          <p:cNvSpPr/>
          <p:nvPr/>
        </p:nvSpPr>
        <p:spPr>
          <a:xfrm>
            <a:off x="4683037" y="3108590"/>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pic>
        <p:nvPicPr>
          <p:cNvPr id="792" name="Google Shape;792;p41" title="símbolo.png"/>
          <p:cNvPicPr preferRelativeResize="0"/>
          <p:nvPr/>
        </p:nvPicPr>
        <p:blipFill rotWithShape="1">
          <a:blip r:embed="rId3">
            <a:alphaModFix/>
          </a:blip>
          <a:srcRect b="0" l="0" r="0" t="0"/>
          <a:stretch/>
        </p:blipFill>
        <p:spPr>
          <a:xfrm rot="-1197207">
            <a:off x="4683255" y="2221541"/>
            <a:ext cx="1418389" cy="763887"/>
          </a:xfrm>
          <a:prstGeom prst="rect">
            <a:avLst/>
          </a:prstGeom>
          <a:noFill/>
          <a:ln>
            <a:noFill/>
          </a:ln>
        </p:spPr>
      </p:pic>
      <p:sp>
        <p:nvSpPr>
          <p:cNvPr id="793" name="Google Shape;793;p41"/>
          <p:cNvSpPr/>
          <p:nvPr/>
        </p:nvSpPr>
        <p:spPr>
          <a:xfrm>
            <a:off x="6456823" y="3108588"/>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pic>
        <p:nvPicPr>
          <p:cNvPr id="794" name="Google Shape;794;p41" title="símbolo.png"/>
          <p:cNvPicPr preferRelativeResize="0"/>
          <p:nvPr/>
        </p:nvPicPr>
        <p:blipFill rotWithShape="1">
          <a:blip r:embed="rId3">
            <a:alphaModFix/>
          </a:blip>
          <a:srcRect b="0" l="0" r="0" t="0"/>
          <a:stretch/>
        </p:blipFill>
        <p:spPr>
          <a:xfrm rot="-1197207">
            <a:off x="6457042" y="2221538"/>
            <a:ext cx="1418389" cy="763887"/>
          </a:xfrm>
          <a:prstGeom prst="rect">
            <a:avLst/>
          </a:prstGeom>
          <a:noFill/>
          <a:ln>
            <a:noFill/>
          </a:ln>
        </p:spPr>
      </p:pic>
      <p:sp>
        <p:nvSpPr>
          <p:cNvPr id="795" name="Google Shape;795;p41"/>
          <p:cNvSpPr/>
          <p:nvPr>
            <p:ph idx="2" type="pic"/>
          </p:nvPr>
        </p:nvSpPr>
        <p:spPr>
          <a:xfrm>
            <a:off x="1135485" y="1674163"/>
            <a:ext cx="1202100" cy="1202100"/>
          </a:xfrm>
          <a:prstGeom prst="ellipse">
            <a:avLst/>
          </a:prstGeom>
          <a:noFill/>
          <a:ln>
            <a:noFill/>
          </a:ln>
        </p:spPr>
      </p:sp>
      <p:sp>
        <p:nvSpPr>
          <p:cNvPr id="796" name="Google Shape;796;p41"/>
          <p:cNvSpPr/>
          <p:nvPr>
            <p:ph idx="3" type="pic"/>
          </p:nvPr>
        </p:nvSpPr>
        <p:spPr>
          <a:xfrm>
            <a:off x="2909258" y="1674163"/>
            <a:ext cx="1202100" cy="1202100"/>
          </a:xfrm>
          <a:prstGeom prst="ellipse">
            <a:avLst/>
          </a:prstGeom>
          <a:noFill/>
          <a:ln>
            <a:noFill/>
          </a:ln>
        </p:spPr>
      </p:sp>
      <p:sp>
        <p:nvSpPr>
          <p:cNvPr id="797" name="Google Shape;797;p41"/>
          <p:cNvSpPr/>
          <p:nvPr>
            <p:ph idx="4" type="pic"/>
          </p:nvPr>
        </p:nvSpPr>
        <p:spPr>
          <a:xfrm>
            <a:off x="4683046" y="1674152"/>
            <a:ext cx="1202100" cy="1202100"/>
          </a:xfrm>
          <a:prstGeom prst="ellipse">
            <a:avLst/>
          </a:prstGeom>
          <a:noFill/>
          <a:ln>
            <a:noFill/>
          </a:ln>
        </p:spPr>
      </p:sp>
      <p:sp>
        <p:nvSpPr>
          <p:cNvPr id="798" name="Google Shape;798;p41"/>
          <p:cNvSpPr/>
          <p:nvPr>
            <p:ph idx="5" type="pic"/>
          </p:nvPr>
        </p:nvSpPr>
        <p:spPr>
          <a:xfrm>
            <a:off x="6456833" y="1674149"/>
            <a:ext cx="1202100" cy="1202100"/>
          </a:xfrm>
          <a:prstGeom prst="ellipse">
            <a:avLst/>
          </a:prstGeom>
          <a:noFill/>
          <a:ln>
            <a:noFill/>
          </a:ln>
        </p:spPr>
      </p:sp>
      <p:sp>
        <p:nvSpPr>
          <p:cNvPr id="799" name="Google Shape;799;p41"/>
          <p:cNvSpPr/>
          <p:nvPr/>
        </p:nvSpPr>
        <p:spPr>
          <a:xfrm>
            <a:off x="3320475" y="373000"/>
            <a:ext cx="2208300" cy="405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400" u="none" cap="none" strike="noStrike">
                <a:solidFill>
                  <a:schemeClr val="lt1"/>
                </a:solidFill>
                <a:latin typeface="Roboto Black"/>
                <a:ea typeface="Roboto Black"/>
                <a:cs typeface="Roboto Black"/>
                <a:sym typeface="Roboto Black"/>
              </a:rPr>
              <a:t>Novos Muchers</a:t>
            </a:r>
            <a:endParaRPr b="0" i="0" sz="2400" u="none" cap="none" strike="noStrike">
              <a:solidFill>
                <a:schemeClr val="lt1"/>
              </a:solidFill>
              <a:latin typeface="Roboto Black"/>
              <a:ea typeface="Roboto Black"/>
              <a:cs typeface="Roboto Black"/>
              <a:sym typeface="Roboto Black"/>
            </a:endParaRPr>
          </a:p>
        </p:txBody>
      </p:sp>
      <p:sp>
        <p:nvSpPr>
          <p:cNvPr id="800" name="Google Shape;800;p41"/>
          <p:cNvSpPr/>
          <p:nvPr/>
        </p:nvSpPr>
        <p:spPr>
          <a:xfrm>
            <a:off x="2909238" y="3305525"/>
            <a:ext cx="1202100" cy="3588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Cargo</a:t>
            </a:r>
            <a:endParaRPr b="0" i="0" sz="869" u="none" cap="none" strike="noStrike">
              <a:solidFill>
                <a:schemeClr val="lt1"/>
              </a:solidFill>
              <a:latin typeface="Roboto"/>
              <a:ea typeface="Roboto"/>
              <a:cs typeface="Roboto"/>
              <a:sym typeface="Roboto"/>
            </a:endParaRPr>
          </a:p>
        </p:txBody>
      </p:sp>
      <p:sp>
        <p:nvSpPr>
          <p:cNvPr id="801" name="Google Shape;801;p41"/>
          <p:cNvSpPr/>
          <p:nvPr/>
        </p:nvSpPr>
        <p:spPr>
          <a:xfrm>
            <a:off x="4683038" y="3305525"/>
            <a:ext cx="1202100" cy="3588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Cargo</a:t>
            </a:r>
            <a:endParaRPr b="0" i="0" sz="869" u="none" cap="none" strike="noStrike">
              <a:solidFill>
                <a:schemeClr val="lt1"/>
              </a:solidFill>
              <a:latin typeface="Roboto"/>
              <a:ea typeface="Roboto"/>
              <a:cs typeface="Roboto"/>
              <a:sym typeface="Roboto"/>
            </a:endParaRPr>
          </a:p>
        </p:txBody>
      </p:sp>
      <p:sp>
        <p:nvSpPr>
          <p:cNvPr id="802" name="Google Shape;802;p41"/>
          <p:cNvSpPr/>
          <p:nvPr/>
        </p:nvSpPr>
        <p:spPr>
          <a:xfrm>
            <a:off x="6456838" y="3305525"/>
            <a:ext cx="1202100" cy="3588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Cargo</a:t>
            </a:r>
            <a:endParaRPr b="0" i="0" sz="869" u="none" cap="none" strike="noStrike">
              <a:solidFill>
                <a:schemeClr val="lt1"/>
              </a:solidFill>
              <a:latin typeface="Roboto"/>
              <a:ea typeface="Roboto"/>
              <a:cs typeface="Roboto"/>
              <a:sym typeface="Roboto"/>
            </a:endParaRPr>
          </a:p>
        </p:txBody>
      </p:sp>
      <p:pic>
        <p:nvPicPr>
          <p:cNvPr id="803" name="Google Shape;803;p41" title="star-struck_1f929.png"/>
          <p:cNvPicPr preferRelativeResize="0"/>
          <p:nvPr/>
        </p:nvPicPr>
        <p:blipFill rotWithShape="1">
          <a:blip r:embed="rId4">
            <a:alphaModFix/>
          </a:blip>
          <a:srcRect b="0" l="0" r="0" t="0"/>
          <a:stretch/>
        </p:blipFill>
        <p:spPr>
          <a:xfrm rot="-82">
            <a:off x="5555675" y="468495"/>
            <a:ext cx="267850" cy="26782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pic>
        <p:nvPicPr>
          <p:cNvPr id="808" name="Google Shape;808;p42" title="wrapped-gift_1f381.png"/>
          <p:cNvPicPr preferRelativeResize="0"/>
          <p:nvPr/>
        </p:nvPicPr>
        <p:blipFill rotWithShape="1">
          <a:blip r:embed="rId3">
            <a:alphaModFix/>
          </a:blip>
          <a:srcRect b="0" l="0" r="0" t="0"/>
          <a:stretch/>
        </p:blipFill>
        <p:spPr>
          <a:xfrm>
            <a:off x="8005075" y="4112175"/>
            <a:ext cx="587600" cy="587600"/>
          </a:xfrm>
          <a:prstGeom prst="rect">
            <a:avLst/>
          </a:prstGeom>
          <a:noFill/>
          <a:ln>
            <a:noFill/>
          </a:ln>
        </p:spPr>
      </p:pic>
      <p:sp>
        <p:nvSpPr>
          <p:cNvPr id="809" name="Google Shape;809;p42"/>
          <p:cNvSpPr/>
          <p:nvPr/>
        </p:nvSpPr>
        <p:spPr>
          <a:xfrm>
            <a:off x="2786650" y="366275"/>
            <a:ext cx="3299700" cy="405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400" u="none" cap="none" strike="noStrike">
                <a:solidFill>
                  <a:schemeClr val="lt1"/>
                </a:solidFill>
                <a:latin typeface="Roboto Black"/>
                <a:ea typeface="Roboto Black"/>
                <a:cs typeface="Roboto Black"/>
                <a:sym typeface="Roboto Black"/>
              </a:rPr>
              <a:t>Aniversariantes do Mês</a:t>
            </a:r>
            <a:endParaRPr b="0" i="0" sz="2400" u="none" cap="none" strike="noStrike">
              <a:solidFill>
                <a:schemeClr val="lt1"/>
              </a:solidFill>
              <a:latin typeface="Roboto Black"/>
              <a:ea typeface="Roboto Black"/>
              <a:cs typeface="Roboto Black"/>
              <a:sym typeface="Roboto Black"/>
            </a:endParaRPr>
          </a:p>
        </p:txBody>
      </p:sp>
      <p:sp>
        <p:nvSpPr>
          <p:cNvPr id="810" name="Google Shape;810;p42"/>
          <p:cNvSpPr/>
          <p:nvPr/>
        </p:nvSpPr>
        <p:spPr>
          <a:xfrm>
            <a:off x="1790045" y="2242681"/>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11" name="Google Shape;811;p42"/>
          <p:cNvSpPr/>
          <p:nvPr/>
        </p:nvSpPr>
        <p:spPr>
          <a:xfrm>
            <a:off x="1941915" y="2401358"/>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812" name="Google Shape;812;p42" title="símbolo.png"/>
          <p:cNvPicPr preferRelativeResize="0"/>
          <p:nvPr/>
        </p:nvPicPr>
        <p:blipFill rotWithShape="1">
          <a:blip r:embed="rId4">
            <a:alphaModFix/>
          </a:blip>
          <a:srcRect b="0" l="0" r="0" t="0"/>
          <a:stretch/>
        </p:blipFill>
        <p:spPr>
          <a:xfrm rot="-1197207">
            <a:off x="1790221" y="1527926"/>
            <a:ext cx="1142897" cy="615517"/>
          </a:xfrm>
          <a:prstGeom prst="rect">
            <a:avLst/>
          </a:prstGeom>
          <a:noFill/>
          <a:ln>
            <a:noFill/>
          </a:ln>
        </p:spPr>
      </p:pic>
      <p:sp>
        <p:nvSpPr>
          <p:cNvPr id="813" name="Google Shape;813;p42"/>
          <p:cNvSpPr/>
          <p:nvPr/>
        </p:nvSpPr>
        <p:spPr>
          <a:xfrm>
            <a:off x="3219298" y="2242681"/>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14" name="Google Shape;814;p42"/>
          <p:cNvSpPr/>
          <p:nvPr/>
        </p:nvSpPr>
        <p:spPr>
          <a:xfrm>
            <a:off x="3371167" y="2401358"/>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815" name="Google Shape;815;p42" title="símbolo.png"/>
          <p:cNvPicPr preferRelativeResize="0"/>
          <p:nvPr/>
        </p:nvPicPr>
        <p:blipFill rotWithShape="1">
          <a:blip r:embed="rId4">
            <a:alphaModFix/>
          </a:blip>
          <a:srcRect b="0" l="0" r="0" t="0"/>
          <a:stretch/>
        </p:blipFill>
        <p:spPr>
          <a:xfrm rot="-1197207">
            <a:off x="3219474" y="1527926"/>
            <a:ext cx="1142897" cy="615517"/>
          </a:xfrm>
          <a:prstGeom prst="rect">
            <a:avLst/>
          </a:prstGeom>
          <a:noFill/>
          <a:ln>
            <a:noFill/>
          </a:ln>
        </p:spPr>
      </p:pic>
      <p:sp>
        <p:nvSpPr>
          <p:cNvPr id="816" name="Google Shape;816;p42"/>
          <p:cNvSpPr/>
          <p:nvPr/>
        </p:nvSpPr>
        <p:spPr>
          <a:xfrm>
            <a:off x="4648563" y="2242672"/>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17" name="Google Shape;817;p42"/>
          <p:cNvSpPr/>
          <p:nvPr/>
        </p:nvSpPr>
        <p:spPr>
          <a:xfrm>
            <a:off x="4800432" y="2401349"/>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818" name="Google Shape;818;p42" title="símbolo.png"/>
          <p:cNvPicPr preferRelativeResize="0"/>
          <p:nvPr/>
        </p:nvPicPr>
        <p:blipFill rotWithShape="1">
          <a:blip r:embed="rId4">
            <a:alphaModFix/>
          </a:blip>
          <a:srcRect b="0" l="0" r="0" t="0"/>
          <a:stretch/>
        </p:blipFill>
        <p:spPr>
          <a:xfrm rot="-1197207">
            <a:off x="4648738" y="1527917"/>
            <a:ext cx="1142897" cy="615517"/>
          </a:xfrm>
          <a:prstGeom prst="rect">
            <a:avLst/>
          </a:prstGeom>
          <a:noFill/>
          <a:ln>
            <a:noFill/>
          </a:ln>
        </p:spPr>
      </p:pic>
      <p:sp>
        <p:nvSpPr>
          <p:cNvPr id="819" name="Google Shape;819;p42"/>
          <p:cNvSpPr/>
          <p:nvPr/>
        </p:nvSpPr>
        <p:spPr>
          <a:xfrm>
            <a:off x="6077826" y="2242670"/>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20" name="Google Shape;820;p42"/>
          <p:cNvSpPr/>
          <p:nvPr/>
        </p:nvSpPr>
        <p:spPr>
          <a:xfrm>
            <a:off x="6229696" y="2401347"/>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821" name="Google Shape;821;p42" title="símbolo.png"/>
          <p:cNvPicPr preferRelativeResize="0"/>
          <p:nvPr/>
        </p:nvPicPr>
        <p:blipFill rotWithShape="1">
          <a:blip r:embed="rId4">
            <a:alphaModFix/>
          </a:blip>
          <a:srcRect b="0" l="0" r="0" t="0"/>
          <a:stretch/>
        </p:blipFill>
        <p:spPr>
          <a:xfrm rot="-1197207">
            <a:off x="6078002" y="1527915"/>
            <a:ext cx="1142897" cy="615517"/>
          </a:xfrm>
          <a:prstGeom prst="rect">
            <a:avLst/>
          </a:prstGeom>
          <a:noFill/>
          <a:ln>
            <a:noFill/>
          </a:ln>
        </p:spPr>
      </p:pic>
      <p:sp>
        <p:nvSpPr>
          <p:cNvPr id="822" name="Google Shape;822;p42"/>
          <p:cNvSpPr/>
          <p:nvPr/>
        </p:nvSpPr>
        <p:spPr>
          <a:xfrm>
            <a:off x="1922949" y="4034869"/>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23" name="Google Shape;823;p42"/>
          <p:cNvSpPr/>
          <p:nvPr/>
        </p:nvSpPr>
        <p:spPr>
          <a:xfrm>
            <a:off x="2074818" y="4193546"/>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824" name="Google Shape;824;p42" title="símbolo.png"/>
          <p:cNvPicPr preferRelativeResize="0"/>
          <p:nvPr/>
        </p:nvPicPr>
        <p:blipFill rotWithShape="1">
          <a:blip r:embed="rId4">
            <a:alphaModFix/>
          </a:blip>
          <a:srcRect b="0" l="0" r="0" t="0"/>
          <a:stretch/>
        </p:blipFill>
        <p:spPr>
          <a:xfrm rot="-1197207">
            <a:off x="1923125" y="3320114"/>
            <a:ext cx="1142897" cy="615517"/>
          </a:xfrm>
          <a:prstGeom prst="rect">
            <a:avLst/>
          </a:prstGeom>
          <a:noFill/>
          <a:ln>
            <a:noFill/>
          </a:ln>
        </p:spPr>
      </p:pic>
      <p:sp>
        <p:nvSpPr>
          <p:cNvPr id="825" name="Google Shape;825;p42"/>
          <p:cNvSpPr/>
          <p:nvPr/>
        </p:nvSpPr>
        <p:spPr>
          <a:xfrm>
            <a:off x="3352202" y="4034869"/>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26" name="Google Shape;826;p42"/>
          <p:cNvSpPr/>
          <p:nvPr/>
        </p:nvSpPr>
        <p:spPr>
          <a:xfrm>
            <a:off x="3504071" y="4193546"/>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827" name="Google Shape;827;p42" title="símbolo.png"/>
          <p:cNvPicPr preferRelativeResize="0"/>
          <p:nvPr/>
        </p:nvPicPr>
        <p:blipFill rotWithShape="1">
          <a:blip r:embed="rId4">
            <a:alphaModFix/>
          </a:blip>
          <a:srcRect b="0" l="0" r="0" t="0"/>
          <a:stretch/>
        </p:blipFill>
        <p:spPr>
          <a:xfrm rot="-1197207">
            <a:off x="3352378" y="3320114"/>
            <a:ext cx="1142897" cy="615517"/>
          </a:xfrm>
          <a:prstGeom prst="rect">
            <a:avLst/>
          </a:prstGeom>
          <a:noFill/>
          <a:ln>
            <a:noFill/>
          </a:ln>
        </p:spPr>
      </p:pic>
      <p:sp>
        <p:nvSpPr>
          <p:cNvPr id="828" name="Google Shape;828;p42"/>
          <p:cNvSpPr/>
          <p:nvPr/>
        </p:nvSpPr>
        <p:spPr>
          <a:xfrm>
            <a:off x="4781467" y="4034859"/>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29" name="Google Shape;829;p42"/>
          <p:cNvSpPr/>
          <p:nvPr/>
        </p:nvSpPr>
        <p:spPr>
          <a:xfrm>
            <a:off x="4933336" y="4193536"/>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830" name="Google Shape;830;p42" title="símbolo.png"/>
          <p:cNvPicPr preferRelativeResize="0"/>
          <p:nvPr/>
        </p:nvPicPr>
        <p:blipFill rotWithShape="1">
          <a:blip r:embed="rId4">
            <a:alphaModFix/>
          </a:blip>
          <a:srcRect b="0" l="0" r="0" t="0"/>
          <a:stretch/>
        </p:blipFill>
        <p:spPr>
          <a:xfrm rot="-1197207">
            <a:off x="4781642" y="3320104"/>
            <a:ext cx="1142897" cy="615517"/>
          </a:xfrm>
          <a:prstGeom prst="rect">
            <a:avLst/>
          </a:prstGeom>
          <a:noFill/>
          <a:ln>
            <a:noFill/>
          </a:ln>
        </p:spPr>
      </p:pic>
      <p:sp>
        <p:nvSpPr>
          <p:cNvPr id="831" name="Google Shape;831;p42"/>
          <p:cNvSpPr/>
          <p:nvPr/>
        </p:nvSpPr>
        <p:spPr>
          <a:xfrm>
            <a:off x="6210730" y="4034857"/>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32" name="Google Shape;832;p42"/>
          <p:cNvSpPr/>
          <p:nvPr/>
        </p:nvSpPr>
        <p:spPr>
          <a:xfrm>
            <a:off x="6362600" y="4193534"/>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833" name="Google Shape;833;p42" title="símbolo.png"/>
          <p:cNvPicPr preferRelativeResize="0"/>
          <p:nvPr/>
        </p:nvPicPr>
        <p:blipFill rotWithShape="1">
          <a:blip r:embed="rId4">
            <a:alphaModFix/>
          </a:blip>
          <a:srcRect b="0" l="0" r="0" t="0"/>
          <a:stretch/>
        </p:blipFill>
        <p:spPr>
          <a:xfrm rot="-1197207">
            <a:off x="6210906" y="3320102"/>
            <a:ext cx="1142897" cy="615517"/>
          </a:xfrm>
          <a:prstGeom prst="rect">
            <a:avLst/>
          </a:prstGeom>
          <a:noFill/>
          <a:ln>
            <a:noFill/>
          </a:ln>
        </p:spPr>
      </p:pic>
      <p:sp>
        <p:nvSpPr>
          <p:cNvPr id="834" name="Google Shape;834;p42"/>
          <p:cNvSpPr/>
          <p:nvPr>
            <p:ph idx="2" type="pic"/>
          </p:nvPr>
        </p:nvSpPr>
        <p:spPr>
          <a:xfrm>
            <a:off x="1790053" y="1086861"/>
            <a:ext cx="968700" cy="968700"/>
          </a:xfrm>
          <a:prstGeom prst="ellipse">
            <a:avLst/>
          </a:prstGeom>
          <a:noFill/>
          <a:ln>
            <a:noFill/>
          </a:ln>
        </p:spPr>
      </p:sp>
      <p:sp>
        <p:nvSpPr>
          <p:cNvPr id="835" name="Google Shape;835;p42"/>
          <p:cNvSpPr/>
          <p:nvPr>
            <p:ph idx="3" type="pic"/>
          </p:nvPr>
        </p:nvSpPr>
        <p:spPr>
          <a:xfrm>
            <a:off x="3219306" y="1086861"/>
            <a:ext cx="968700" cy="968700"/>
          </a:xfrm>
          <a:prstGeom prst="ellipse">
            <a:avLst/>
          </a:prstGeom>
          <a:noFill/>
          <a:ln>
            <a:noFill/>
          </a:ln>
        </p:spPr>
      </p:sp>
      <p:sp>
        <p:nvSpPr>
          <p:cNvPr id="836" name="Google Shape;836;p42"/>
          <p:cNvSpPr/>
          <p:nvPr>
            <p:ph idx="4" type="pic"/>
          </p:nvPr>
        </p:nvSpPr>
        <p:spPr>
          <a:xfrm>
            <a:off x="4648570" y="1086852"/>
            <a:ext cx="968700" cy="968700"/>
          </a:xfrm>
          <a:prstGeom prst="ellipse">
            <a:avLst/>
          </a:prstGeom>
          <a:noFill/>
          <a:ln>
            <a:noFill/>
          </a:ln>
        </p:spPr>
      </p:sp>
      <p:sp>
        <p:nvSpPr>
          <p:cNvPr id="837" name="Google Shape;837;p42"/>
          <p:cNvSpPr/>
          <p:nvPr>
            <p:ph idx="5" type="pic"/>
          </p:nvPr>
        </p:nvSpPr>
        <p:spPr>
          <a:xfrm>
            <a:off x="6077834" y="1086850"/>
            <a:ext cx="968700" cy="968700"/>
          </a:xfrm>
          <a:prstGeom prst="ellipse">
            <a:avLst/>
          </a:prstGeom>
          <a:noFill/>
          <a:ln>
            <a:noFill/>
          </a:ln>
        </p:spPr>
      </p:sp>
      <p:sp>
        <p:nvSpPr>
          <p:cNvPr id="838" name="Google Shape;838;p42"/>
          <p:cNvSpPr/>
          <p:nvPr>
            <p:ph idx="6" type="pic"/>
          </p:nvPr>
        </p:nvSpPr>
        <p:spPr>
          <a:xfrm>
            <a:off x="1922957" y="2879049"/>
            <a:ext cx="968700" cy="968700"/>
          </a:xfrm>
          <a:prstGeom prst="ellipse">
            <a:avLst/>
          </a:prstGeom>
          <a:noFill/>
          <a:ln>
            <a:noFill/>
          </a:ln>
        </p:spPr>
      </p:sp>
      <p:sp>
        <p:nvSpPr>
          <p:cNvPr id="839" name="Google Shape;839;p42"/>
          <p:cNvSpPr/>
          <p:nvPr>
            <p:ph idx="7" type="pic"/>
          </p:nvPr>
        </p:nvSpPr>
        <p:spPr>
          <a:xfrm>
            <a:off x="3352210" y="2879049"/>
            <a:ext cx="968700" cy="968700"/>
          </a:xfrm>
          <a:prstGeom prst="ellipse">
            <a:avLst/>
          </a:prstGeom>
          <a:noFill/>
          <a:ln>
            <a:noFill/>
          </a:ln>
        </p:spPr>
      </p:sp>
      <p:sp>
        <p:nvSpPr>
          <p:cNvPr id="840" name="Google Shape;840;p42"/>
          <p:cNvSpPr/>
          <p:nvPr>
            <p:ph idx="8" type="pic"/>
          </p:nvPr>
        </p:nvSpPr>
        <p:spPr>
          <a:xfrm>
            <a:off x="4781474" y="2879039"/>
            <a:ext cx="968700" cy="968700"/>
          </a:xfrm>
          <a:prstGeom prst="ellipse">
            <a:avLst/>
          </a:prstGeom>
          <a:noFill/>
          <a:ln>
            <a:noFill/>
          </a:ln>
        </p:spPr>
      </p:sp>
      <p:sp>
        <p:nvSpPr>
          <p:cNvPr id="841" name="Google Shape;841;p42"/>
          <p:cNvSpPr/>
          <p:nvPr>
            <p:ph idx="9" type="pic"/>
          </p:nvPr>
        </p:nvSpPr>
        <p:spPr>
          <a:xfrm>
            <a:off x="6210738" y="2879037"/>
            <a:ext cx="968700" cy="968700"/>
          </a:xfrm>
          <a:prstGeom prst="ellipse">
            <a:avLst/>
          </a:prstGeom>
          <a:noFill/>
          <a:ln>
            <a:noFill/>
          </a:ln>
        </p:spPr>
      </p:sp>
      <p:pic>
        <p:nvPicPr>
          <p:cNvPr id="842" name="Google Shape;842;p42" title="partying-face_1f973.png"/>
          <p:cNvPicPr preferRelativeResize="0"/>
          <p:nvPr/>
        </p:nvPicPr>
        <p:blipFill rotWithShape="1">
          <a:blip r:embed="rId5">
            <a:alphaModFix/>
          </a:blip>
          <a:srcRect b="10" l="0" r="0" t="0"/>
          <a:stretch/>
        </p:blipFill>
        <p:spPr>
          <a:xfrm rot="-81">
            <a:off x="6118525" y="463879"/>
            <a:ext cx="238825" cy="238794"/>
          </a:xfrm>
          <a:prstGeom prst="rect">
            <a:avLst/>
          </a:prstGeom>
          <a:noFill/>
          <a:ln>
            <a:noFill/>
          </a:ln>
        </p:spPr>
      </p:pic>
      <p:sp>
        <p:nvSpPr>
          <p:cNvPr id="843" name="Google Shape;843;p42"/>
          <p:cNvSpPr/>
          <p:nvPr/>
        </p:nvSpPr>
        <p:spPr>
          <a:xfrm>
            <a:off x="7909775" y="3629850"/>
            <a:ext cx="778200" cy="405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Texto</a:t>
            </a:r>
            <a:endParaRPr b="0" i="0" sz="1000" u="none" cap="none" strike="noStrike">
              <a:solidFill>
                <a:schemeClr val="lt1"/>
              </a:solidFill>
              <a:latin typeface="Roboto Black"/>
              <a:ea typeface="Roboto Black"/>
              <a:cs typeface="Roboto Black"/>
              <a:sym typeface="Roboto Black"/>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43"/>
          <p:cNvSpPr/>
          <p:nvPr/>
        </p:nvSpPr>
        <p:spPr>
          <a:xfrm>
            <a:off x="1135476" y="3108602"/>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sp>
        <p:nvSpPr>
          <p:cNvPr id="849" name="Google Shape;849;p43"/>
          <p:cNvSpPr/>
          <p:nvPr/>
        </p:nvSpPr>
        <p:spPr>
          <a:xfrm>
            <a:off x="1323953" y="3305529"/>
            <a:ext cx="824700" cy="163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X anos</a:t>
            </a:r>
            <a:endParaRPr b="0" i="0" sz="869" u="none" cap="none" strike="noStrike">
              <a:solidFill>
                <a:schemeClr val="lt1"/>
              </a:solidFill>
              <a:latin typeface="Roboto"/>
              <a:ea typeface="Roboto"/>
              <a:cs typeface="Roboto"/>
              <a:sym typeface="Roboto"/>
            </a:endParaRPr>
          </a:p>
        </p:txBody>
      </p:sp>
      <p:pic>
        <p:nvPicPr>
          <p:cNvPr id="850" name="Google Shape;850;p43" title="símbolo.png"/>
          <p:cNvPicPr preferRelativeResize="0"/>
          <p:nvPr/>
        </p:nvPicPr>
        <p:blipFill rotWithShape="1">
          <a:blip r:embed="rId3">
            <a:alphaModFix/>
          </a:blip>
          <a:srcRect b="0" l="0" r="0" t="0"/>
          <a:stretch/>
        </p:blipFill>
        <p:spPr>
          <a:xfrm rot="-1197207">
            <a:off x="1135694" y="2221552"/>
            <a:ext cx="1418389" cy="763887"/>
          </a:xfrm>
          <a:prstGeom prst="rect">
            <a:avLst/>
          </a:prstGeom>
          <a:noFill/>
          <a:ln>
            <a:noFill/>
          </a:ln>
        </p:spPr>
      </p:pic>
      <p:sp>
        <p:nvSpPr>
          <p:cNvPr id="851" name="Google Shape;851;p43"/>
          <p:cNvSpPr/>
          <p:nvPr/>
        </p:nvSpPr>
        <p:spPr>
          <a:xfrm>
            <a:off x="2909249" y="3108602"/>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sp>
        <p:nvSpPr>
          <p:cNvPr id="852" name="Google Shape;852;p43"/>
          <p:cNvSpPr/>
          <p:nvPr/>
        </p:nvSpPr>
        <p:spPr>
          <a:xfrm>
            <a:off x="3097726" y="3305529"/>
            <a:ext cx="824700" cy="163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X anos</a:t>
            </a:r>
            <a:endParaRPr b="0" i="0" sz="869" u="none" cap="none" strike="noStrike">
              <a:solidFill>
                <a:schemeClr val="lt1"/>
              </a:solidFill>
              <a:latin typeface="Roboto"/>
              <a:ea typeface="Roboto"/>
              <a:cs typeface="Roboto"/>
              <a:sym typeface="Roboto"/>
            </a:endParaRPr>
          </a:p>
        </p:txBody>
      </p:sp>
      <p:pic>
        <p:nvPicPr>
          <p:cNvPr id="853" name="Google Shape;853;p43" title="símbolo.png"/>
          <p:cNvPicPr preferRelativeResize="0"/>
          <p:nvPr/>
        </p:nvPicPr>
        <p:blipFill rotWithShape="1">
          <a:blip r:embed="rId3">
            <a:alphaModFix/>
          </a:blip>
          <a:srcRect b="0" l="0" r="0" t="0"/>
          <a:stretch/>
        </p:blipFill>
        <p:spPr>
          <a:xfrm rot="-1197207">
            <a:off x="2909467" y="2221552"/>
            <a:ext cx="1418389" cy="763887"/>
          </a:xfrm>
          <a:prstGeom prst="rect">
            <a:avLst/>
          </a:prstGeom>
          <a:noFill/>
          <a:ln>
            <a:noFill/>
          </a:ln>
        </p:spPr>
      </p:pic>
      <p:sp>
        <p:nvSpPr>
          <p:cNvPr id="854" name="Google Shape;854;p43"/>
          <p:cNvSpPr/>
          <p:nvPr/>
        </p:nvSpPr>
        <p:spPr>
          <a:xfrm>
            <a:off x="4683037" y="3108590"/>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sp>
        <p:nvSpPr>
          <p:cNvPr id="855" name="Google Shape;855;p43"/>
          <p:cNvSpPr/>
          <p:nvPr/>
        </p:nvSpPr>
        <p:spPr>
          <a:xfrm>
            <a:off x="4871514" y="3305518"/>
            <a:ext cx="824700" cy="163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X anos</a:t>
            </a:r>
            <a:endParaRPr b="0" i="0" sz="869" u="none" cap="none" strike="noStrike">
              <a:solidFill>
                <a:schemeClr val="lt1"/>
              </a:solidFill>
              <a:latin typeface="Roboto"/>
              <a:ea typeface="Roboto"/>
              <a:cs typeface="Roboto"/>
              <a:sym typeface="Roboto"/>
            </a:endParaRPr>
          </a:p>
        </p:txBody>
      </p:sp>
      <p:pic>
        <p:nvPicPr>
          <p:cNvPr id="856" name="Google Shape;856;p43" title="símbolo.png"/>
          <p:cNvPicPr preferRelativeResize="0"/>
          <p:nvPr/>
        </p:nvPicPr>
        <p:blipFill rotWithShape="1">
          <a:blip r:embed="rId3">
            <a:alphaModFix/>
          </a:blip>
          <a:srcRect b="0" l="0" r="0" t="0"/>
          <a:stretch/>
        </p:blipFill>
        <p:spPr>
          <a:xfrm rot="-1197207">
            <a:off x="4683255" y="2221541"/>
            <a:ext cx="1418389" cy="763887"/>
          </a:xfrm>
          <a:prstGeom prst="rect">
            <a:avLst/>
          </a:prstGeom>
          <a:noFill/>
          <a:ln>
            <a:noFill/>
          </a:ln>
        </p:spPr>
      </p:pic>
      <p:sp>
        <p:nvSpPr>
          <p:cNvPr id="857" name="Google Shape;857;p43"/>
          <p:cNvSpPr/>
          <p:nvPr/>
        </p:nvSpPr>
        <p:spPr>
          <a:xfrm>
            <a:off x="6456823" y="3108588"/>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sp>
        <p:nvSpPr>
          <p:cNvPr id="858" name="Google Shape;858;p43"/>
          <p:cNvSpPr/>
          <p:nvPr/>
        </p:nvSpPr>
        <p:spPr>
          <a:xfrm>
            <a:off x="6645301" y="3305515"/>
            <a:ext cx="824700" cy="163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X anos</a:t>
            </a:r>
            <a:endParaRPr b="0" i="0" sz="869" u="none" cap="none" strike="noStrike">
              <a:solidFill>
                <a:schemeClr val="lt1"/>
              </a:solidFill>
              <a:latin typeface="Roboto"/>
              <a:ea typeface="Roboto"/>
              <a:cs typeface="Roboto"/>
              <a:sym typeface="Roboto"/>
            </a:endParaRPr>
          </a:p>
        </p:txBody>
      </p:sp>
      <p:pic>
        <p:nvPicPr>
          <p:cNvPr id="859" name="Google Shape;859;p43" title="símbolo.png"/>
          <p:cNvPicPr preferRelativeResize="0"/>
          <p:nvPr/>
        </p:nvPicPr>
        <p:blipFill rotWithShape="1">
          <a:blip r:embed="rId3">
            <a:alphaModFix/>
          </a:blip>
          <a:srcRect b="0" l="0" r="0" t="0"/>
          <a:stretch/>
        </p:blipFill>
        <p:spPr>
          <a:xfrm rot="-1197207">
            <a:off x="6457042" y="2221538"/>
            <a:ext cx="1418389" cy="763887"/>
          </a:xfrm>
          <a:prstGeom prst="rect">
            <a:avLst/>
          </a:prstGeom>
          <a:noFill/>
          <a:ln>
            <a:noFill/>
          </a:ln>
        </p:spPr>
      </p:pic>
      <p:sp>
        <p:nvSpPr>
          <p:cNvPr id="860" name="Google Shape;860;p43"/>
          <p:cNvSpPr/>
          <p:nvPr>
            <p:ph idx="2" type="pic"/>
          </p:nvPr>
        </p:nvSpPr>
        <p:spPr>
          <a:xfrm>
            <a:off x="1135485" y="1674163"/>
            <a:ext cx="1202100" cy="1202100"/>
          </a:xfrm>
          <a:prstGeom prst="ellipse">
            <a:avLst/>
          </a:prstGeom>
          <a:noFill/>
          <a:ln>
            <a:noFill/>
          </a:ln>
        </p:spPr>
      </p:sp>
      <p:sp>
        <p:nvSpPr>
          <p:cNvPr id="861" name="Google Shape;861;p43"/>
          <p:cNvSpPr/>
          <p:nvPr>
            <p:ph idx="3" type="pic"/>
          </p:nvPr>
        </p:nvSpPr>
        <p:spPr>
          <a:xfrm>
            <a:off x="2909258" y="1674163"/>
            <a:ext cx="1202100" cy="1202100"/>
          </a:xfrm>
          <a:prstGeom prst="ellipse">
            <a:avLst/>
          </a:prstGeom>
          <a:noFill/>
          <a:ln>
            <a:noFill/>
          </a:ln>
        </p:spPr>
      </p:sp>
      <p:sp>
        <p:nvSpPr>
          <p:cNvPr id="862" name="Google Shape;862;p43"/>
          <p:cNvSpPr/>
          <p:nvPr>
            <p:ph idx="4" type="pic"/>
          </p:nvPr>
        </p:nvSpPr>
        <p:spPr>
          <a:xfrm>
            <a:off x="4683046" y="1674152"/>
            <a:ext cx="1202100" cy="1202100"/>
          </a:xfrm>
          <a:prstGeom prst="ellipse">
            <a:avLst/>
          </a:prstGeom>
          <a:noFill/>
          <a:ln>
            <a:noFill/>
          </a:ln>
        </p:spPr>
      </p:sp>
      <p:sp>
        <p:nvSpPr>
          <p:cNvPr id="863" name="Google Shape;863;p43"/>
          <p:cNvSpPr/>
          <p:nvPr>
            <p:ph idx="5" type="pic"/>
          </p:nvPr>
        </p:nvSpPr>
        <p:spPr>
          <a:xfrm>
            <a:off x="6456833" y="1674149"/>
            <a:ext cx="1202100" cy="1202100"/>
          </a:xfrm>
          <a:prstGeom prst="ellipse">
            <a:avLst/>
          </a:prstGeom>
          <a:noFill/>
          <a:ln>
            <a:noFill/>
          </a:ln>
        </p:spPr>
      </p:sp>
      <p:sp>
        <p:nvSpPr>
          <p:cNvPr id="864" name="Google Shape;864;p43"/>
          <p:cNvSpPr/>
          <p:nvPr/>
        </p:nvSpPr>
        <p:spPr>
          <a:xfrm>
            <a:off x="3190713" y="371025"/>
            <a:ext cx="2162100" cy="405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400" u="none" cap="none" strike="noStrike">
                <a:solidFill>
                  <a:schemeClr val="lt1"/>
                </a:solidFill>
                <a:latin typeface="Roboto Black"/>
                <a:ea typeface="Roboto Black"/>
                <a:cs typeface="Roboto Black"/>
                <a:sym typeface="Roboto Black"/>
              </a:rPr>
              <a:t>Tempo de Casa</a:t>
            </a:r>
            <a:endParaRPr b="0" i="0" sz="2400" u="none" cap="none" strike="noStrike">
              <a:solidFill>
                <a:schemeClr val="lt1"/>
              </a:solidFill>
              <a:latin typeface="Roboto Black"/>
              <a:ea typeface="Roboto Black"/>
              <a:cs typeface="Roboto Black"/>
              <a:sym typeface="Roboto Black"/>
            </a:endParaRPr>
          </a:p>
        </p:txBody>
      </p:sp>
      <p:pic>
        <p:nvPicPr>
          <p:cNvPr id="865" name="Google Shape;865;p43" title="house_1f3e0.png"/>
          <p:cNvPicPr preferRelativeResize="0"/>
          <p:nvPr/>
        </p:nvPicPr>
        <p:blipFill rotWithShape="1">
          <a:blip r:embed="rId4">
            <a:alphaModFix/>
          </a:blip>
          <a:srcRect b="10" l="0" r="0" t="0"/>
          <a:stretch/>
        </p:blipFill>
        <p:spPr>
          <a:xfrm rot="-82">
            <a:off x="5419837" y="439620"/>
            <a:ext cx="267850" cy="267824"/>
          </a:xfrm>
          <a:prstGeom prst="rect">
            <a:avLst/>
          </a:prstGeom>
          <a:noFill/>
          <a:ln>
            <a:noFill/>
          </a:ln>
        </p:spPr>
      </p:pic>
      <p:pic>
        <p:nvPicPr>
          <p:cNvPr id="866" name="Google Shape;866;p43" title="orange-heart_1f9e1.png"/>
          <p:cNvPicPr preferRelativeResize="0"/>
          <p:nvPr/>
        </p:nvPicPr>
        <p:blipFill rotWithShape="1">
          <a:blip r:embed="rId5">
            <a:alphaModFix/>
          </a:blip>
          <a:srcRect b="10" l="0" r="0" t="0"/>
          <a:stretch/>
        </p:blipFill>
        <p:spPr>
          <a:xfrm rot="-84">
            <a:off x="5707050" y="450440"/>
            <a:ext cx="246225" cy="24619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44"/>
          <p:cNvSpPr/>
          <p:nvPr/>
        </p:nvSpPr>
        <p:spPr>
          <a:xfrm>
            <a:off x="1135476" y="3108602"/>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sp>
        <p:nvSpPr>
          <p:cNvPr id="872" name="Google Shape;872;p44"/>
          <p:cNvSpPr/>
          <p:nvPr/>
        </p:nvSpPr>
        <p:spPr>
          <a:xfrm>
            <a:off x="1323953" y="3305529"/>
            <a:ext cx="824700" cy="163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Cargo</a:t>
            </a:r>
            <a:endParaRPr b="0" i="0" sz="869" u="none" cap="none" strike="noStrike">
              <a:solidFill>
                <a:schemeClr val="lt1"/>
              </a:solidFill>
              <a:latin typeface="Roboto"/>
              <a:ea typeface="Roboto"/>
              <a:cs typeface="Roboto"/>
              <a:sym typeface="Roboto"/>
            </a:endParaRPr>
          </a:p>
        </p:txBody>
      </p:sp>
      <p:pic>
        <p:nvPicPr>
          <p:cNvPr id="873" name="Google Shape;873;p44" title="símbolo.png"/>
          <p:cNvPicPr preferRelativeResize="0"/>
          <p:nvPr/>
        </p:nvPicPr>
        <p:blipFill rotWithShape="1">
          <a:blip r:embed="rId3">
            <a:alphaModFix/>
          </a:blip>
          <a:srcRect b="0" l="0" r="0" t="0"/>
          <a:stretch/>
        </p:blipFill>
        <p:spPr>
          <a:xfrm rot="-1197207">
            <a:off x="1135694" y="2221552"/>
            <a:ext cx="1418389" cy="763887"/>
          </a:xfrm>
          <a:prstGeom prst="rect">
            <a:avLst/>
          </a:prstGeom>
          <a:noFill/>
          <a:ln>
            <a:noFill/>
          </a:ln>
        </p:spPr>
      </p:pic>
      <p:sp>
        <p:nvSpPr>
          <p:cNvPr id="874" name="Google Shape;874;p44"/>
          <p:cNvSpPr/>
          <p:nvPr/>
        </p:nvSpPr>
        <p:spPr>
          <a:xfrm>
            <a:off x="2909249" y="3108602"/>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sp>
        <p:nvSpPr>
          <p:cNvPr id="875" name="Google Shape;875;p44"/>
          <p:cNvSpPr/>
          <p:nvPr/>
        </p:nvSpPr>
        <p:spPr>
          <a:xfrm>
            <a:off x="3097726" y="3305529"/>
            <a:ext cx="824700" cy="163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Cargo</a:t>
            </a:r>
            <a:endParaRPr b="0" i="0" sz="869" u="none" cap="none" strike="noStrike">
              <a:solidFill>
                <a:schemeClr val="lt1"/>
              </a:solidFill>
              <a:latin typeface="Roboto"/>
              <a:ea typeface="Roboto"/>
              <a:cs typeface="Roboto"/>
              <a:sym typeface="Roboto"/>
            </a:endParaRPr>
          </a:p>
        </p:txBody>
      </p:sp>
      <p:pic>
        <p:nvPicPr>
          <p:cNvPr id="876" name="Google Shape;876;p44" title="símbolo.png"/>
          <p:cNvPicPr preferRelativeResize="0"/>
          <p:nvPr/>
        </p:nvPicPr>
        <p:blipFill rotWithShape="1">
          <a:blip r:embed="rId3">
            <a:alphaModFix/>
          </a:blip>
          <a:srcRect b="0" l="0" r="0" t="0"/>
          <a:stretch/>
        </p:blipFill>
        <p:spPr>
          <a:xfrm rot="-1197207">
            <a:off x="2909467" y="2221552"/>
            <a:ext cx="1418389" cy="763887"/>
          </a:xfrm>
          <a:prstGeom prst="rect">
            <a:avLst/>
          </a:prstGeom>
          <a:noFill/>
          <a:ln>
            <a:noFill/>
          </a:ln>
        </p:spPr>
      </p:pic>
      <p:sp>
        <p:nvSpPr>
          <p:cNvPr id="877" name="Google Shape;877;p44"/>
          <p:cNvSpPr/>
          <p:nvPr/>
        </p:nvSpPr>
        <p:spPr>
          <a:xfrm>
            <a:off x="4683037" y="3108590"/>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sp>
        <p:nvSpPr>
          <p:cNvPr id="878" name="Google Shape;878;p44"/>
          <p:cNvSpPr/>
          <p:nvPr/>
        </p:nvSpPr>
        <p:spPr>
          <a:xfrm>
            <a:off x="4871514" y="3305518"/>
            <a:ext cx="824700" cy="163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Cargo</a:t>
            </a:r>
            <a:endParaRPr b="0" i="0" sz="869" u="none" cap="none" strike="noStrike">
              <a:solidFill>
                <a:schemeClr val="lt1"/>
              </a:solidFill>
              <a:latin typeface="Roboto"/>
              <a:ea typeface="Roboto"/>
              <a:cs typeface="Roboto"/>
              <a:sym typeface="Roboto"/>
            </a:endParaRPr>
          </a:p>
        </p:txBody>
      </p:sp>
      <p:pic>
        <p:nvPicPr>
          <p:cNvPr id="879" name="Google Shape;879;p44" title="símbolo.png"/>
          <p:cNvPicPr preferRelativeResize="0"/>
          <p:nvPr/>
        </p:nvPicPr>
        <p:blipFill rotWithShape="1">
          <a:blip r:embed="rId3">
            <a:alphaModFix/>
          </a:blip>
          <a:srcRect b="0" l="0" r="0" t="0"/>
          <a:stretch/>
        </p:blipFill>
        <p:spPr>
          <a:xfrm rot="-1197207">
            <a:off x="4683255" y="2221541"/>
            <a:ext cx="1418389" cy="763887"/>
          </a:xfrm>
          <a:prstGeom prst="rect">
            <a:avLst/>
          </a:prstGeom>
          <a:noFill/>
          <a:ln>
            <a:noFill/>
          </a:ln>
        </p:spPr>
      </p:pic>
      <p:sp>
        <p:nvSpPr>
          <p:cNvPr id="880" name="Google Shape;880;p44"/>
          <p:cNvSpPr/>
          <p:nvPr/>
        </p:nvSpPr>
        <p:spPr>
          <a:xfrm>
            <a:off x="6456823" y="3108588"/>
            <a:ext cx="1202100" cy="196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1241" u="none" cap="none" strike="noStrike">
                <a:solidFill>
                  <a:schemeClr val="lt1"/>
                </a:solidFill>
                <a:latin typeface="Roboto Black"/>
                <a:ea typeface="Roboto Black"/>
                <a:cs typeface="Roboto Black"/>
                <a:sym typeface="Roboto Black"/>
              </a:rPr>
              <a:t>Nome</a:t>
            </a:r>
            <a:endParaRPr b="0" i="0" sz="1241" u="none" cap="none" strike="noStrike">
              <a:solidFill>
                <a:schemeClr val="lt1"/>
              </a:solidFill>
              <a:latin typeface="Roboto Black"/>
              <a:ea typeface="Roboto Black"/>
              <a:cs typeface="Roboto Black"/>
              <a:sym typeface="Roboto Black"/>
            </a:endParaRPr>
          </a:p>
        </p:txBody>
      </p:sp>
      <p:sp>
        <p:nvSpPr>
          <p:cNvPr id="881" name="Google Shape;881;p44"/>
          <p:cNvSpPr/>
          <p:nvPr/>
        </p:nvSpPr>
        <p:spPr>
          <a:xfrm>
            <a:off x="6645301" y="3305515"/>
            <a:ext cx="824700" cy="163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532"/>
              </a:spcBef>
              <a:spcAft>
                <a:spcPts val="532"/>
              </a:spcAft>
              <a:buClr>
                <a:schemeClr val="dk1"/>
              </a:buClr>
              <a:buSzPts val="488"/>
              <a:buFont typeface="Arial"/>
              <a:buNone/>
            </a:pPr>
            <a:r>
              <a:rPr b="0" i="0" lang="pt-BR" sz="869" u="none" cap="none" strike="noStrike">
                <a:solidFill>
                  <a:schemeClr val="lt1"/>
                </a:solidFill>
                <a:latin typeface="Roboto"/>
                <a:ea typeface="Roboto"/>
                <a:cs typeface="Roboto"/>
                <a:sym typeface="Roboto"/>
              </a:rPr>
              <a:t>Cargo</a:t>
            </a:r>
            <a:endParaRPr b="0" i="0" sz="869" u="none" cap="none" strike="noStrike">
              <a:solidFill>
                <a:schemeClr val="lt1"/>
              </a:solidFill>
              <a:latin typeface="Roboto"/>
              <a:ea typeface="Roboto"/>
              <a:cs typeface="Roboto"/>
              <a:sym typeface="Roboto"/>
            </a:endParaRPr>
          </a:p>
        </p:txBody>
      </p:sp>
      <p:pic>
        <p:nvPicPr>
          <p:cNvPr id="882" name="Google Shape;882;p44" title="símbolo.png"/>
          <p:cNvPicPr preferRelativeResize="0"/>
          <p:nvPr/>
        </p:nvPicPr>
        <p:blipFill rotWithShape="1">
          <a:blip r:embed="rId3">
            <a:alphaModFix/>
          </a:blip>
          <a:srcRect b="0" l="0" r="0" t="0"/>
          <a:stretch/>
        </p:blipFill>
        <p:spPr>
          <a:xfrm rot="-1197207">
            <a:off x="6457042" y="2221538"/>
            <a:ext cx="1418389" cy="763887"/>
          </a:xfrm>
          <a:prstGeom prst="rect">
            <a:avLst/>
          </a:prstGeom>
          <a:noFill/>
          <a:ln>
            <a:noFill/>
          </a:ln>
        </p:spPr>
      </p:pic>
      <p:sp>
        <p:nvSpPr>
          <p:cNvPr id="883" name="Google Shape;883;p44"/>
          <p:cNvSpPr/>
          <p:nvPr>
            <p:ph idx="2" type="pic"/>
          </p:nvPr>
        </p:nvSpPr>
        <p:spPr>
          <a:xfrm>
            <a:off x="1135485" y="1674163"/>
            <a:ext cx="1202100" cy="1202100"/>
          </a:xfrm>
          <a:prstGeom prst="ellipse">
            <a:avLst/>
          </a:prstGeom>
          <a:noFill/>
          <a:ln>
            <a:noFill/>
          </a:ln>
        </p:spPr>
      </p:sp>
      <p:sp>
        <p:nvSpPr>
          <p:cNvPr id="884" name="Google Shape;884;p44"/>
          <p:cNvSpPr/>
          <p:nvPr>
            <p:ph idx="3" type="pic"/>
          </p:nvPr>
        </p:nvSpPr>
        <p:spPr>
          <a:xfrm>
            <a:off x="2909258" y="1674163"/>
            <a:ext cx="1202100" cy="1202100"/>
          </a:xfrm>
          <a:prstGeom prst="ellipse">
            <a:avLst/>
          </a:prstGeom>
          <a:noFill/>
          <a:ln>
            <a:noFill/>
          </a:ln>
        </p:spPr>
      </p:sp>
      <p:sp>
        <p:nvSpPr>
          <p:cNvPr id="885" name="Google Shape;885;p44"/>
          <p:cNvSpPr/>
          <p:nvPr>
            <p:ph idx="4" type="pic"/>
          </p:nvPr>
        </p:nvSpPr>
        <p:spPr>
          <a:xfrm>
            <a:off x="4683046" y="1674152"/>
            <a:ext cx="1202100" cy="1202100"/>
          </a:xfrm>
          <a:prstGeom prst="ellipse">
            <a:avLst/>
          </a:prstGeom>
          <a:noFill/>
          <a:ln>
            <a:noFill/>
          </a:ln>
        </p:spPr>
      </p:sp>
      <p:sp>
        <p:nvSpPr>
          <p:cNvPr id="886" name="Google Shape;886;p44"/>
          <p:cNvSpPr/>
          <p:nvPr>
            <p:ph idx="5" type="pic"/>
          </p:nvPr>
        </p:nvSpPr>
        <p:spPr>
          <a:xfrm>
            <a:off x="6456833" y="1674149"/>
            <a:ext cx="1202100" cy="1202100"/>
          </a:xfrm>
          <a:prstGeom prst="ellipse">
            <a:avLst/>
          </a:prstGeom>
          <a:noFill/>
          <a:ln>
            <a:noFill/>
          </a:ln>
        </p:spPr>
      </p:sp>
      <p:sp>
        <p:nvSpPr>
          <p:cNvPr id="887" name="Google Shape;887;p44"/>
          <p:cNvSpPr/>
          <p:nvPr/>
        </p:nvSpPr>
        <p:spPr>
          <a:xfrm>
            <a:off x="3098287" y="371025"/>
            <a:ext cx="2375100" cy="405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400" u="none" cap="none" strike="noStrike">
                <a:solidFill>
                  <a:schemeClr val="lt1"/>
                </a:solidFill>
                <a:latin typeface="Roboto Black"/>
                <a:ea typeface="Roboto Black"/>
                <a:cs typeface="Roboto Black"/>
                <a:sym typeface="Roboto Black"/>
              </a:rPr>
              <a:t>Muchers Voando</a:t>
            </a:r>
            <a:endParaRPr b="0" i="0" sz="2400" u="none" cap="none" strike="noStrike">
              <a:solidFill>
                <a:schemeClr val="lt1"/>
              </a:solidFill>
              <a:latin typeface="Roboto Black"/>
              <a:ea typeface="Roboto Black"/>
              <a:cs typeface="Roboto Black"/>
              <a:sym typeface="Roboto Black"/>
            </a:endParaRPr>
          </a:p>
        </p:txBody>
      </p:sp>
      <p:pic>
        <p:nvPicPr>
          <p:cNvPr id="888" name="Google Shape;888;p44" title="orange-heart_1f9e1.png"/>
          <p:cNvPicPr preferRelativeResize="0"/>
          <p:nvPr/>
        </p:nvPicPr>
        <p:blipFill rotWithShape="1">
          <a:blip r:embed="rId4">
            <a:alphaModFix/>
          </a:blip>
          <a:srcRect b="10" l="0" r="0" t="0"/>
          <a:stretch/>
        </p:blipFill>
        <p:spPr>
          <a:xfrm rot="-84">
            <a:off x="5799487" y="450440"/>
            <a:ext cx="246225" cy="246194"/>
          </a:xfrm>
          <a:prstGeom prst="rect">
            <a:avLst/>
          </a:prstGeom>
          <a:noFill/>
          <a:ln>
            <a:noFill/>
          </a:ln>
        </p:spPr>
      </p:pic>
      <p:pic>
        <p:nvPicPr>
          <p:cNvPr id="889" name="Google Shape;889;p44" title="rocket_1f680.png"/>
          <p:cNvPicPr preferRelativeResize="0"/>
          <p:nvPr/>
        </p:nvPicPr>
        <p:blipFill rotWithShape="1">
          <a:blip r:embed="rId5">
            <a:alphaModFix/>
          </a:blip>
          <a:srcRect b="0" l="0" r="0" t="0"/>
          <a:stretch/>
        </p:blipFill>
        <p:spPr>
          <a:xfrm>
            <a:off x="5500288" y="450425"/>
            <a:ext cx="272294" cy="2722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45"/>
          <p:cNvSpPr/>
          <p:nvPr/>
        </p:nvSpPr>
        <p:spPr>
          <a:xfrm>
            <a:off x="2539050" y="366265"/>
            <a:ext cx="4065900" cy="405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chemeClr val="dk1"/>
              </a:buClr>
              <a:buSzPts val="1100"/>
              <a:buFont typeface="Arial"/>
              <a:buNone/>
            </a:pPr>
            <a:r>
              <a:rPr b="0" i="0" lang="pt-BR" sz="2400" u="none" cap="none" strike="noStrike">
                <a:solidFill>
                  <a:schemeClr val="lt1"/>
                </a:solidFill>
                <a:latin typeface="Roboto Black"/>
                <a:ea typeface="Roboto Black"/>
                <a:cs typeface="Roboto Black"/>
                <a:sym typeface="Roboto Black"/>
              </a:rPr>
              <a:t>Time de …</a:t>
            </a:r>
            <a:endParaRPr b="0" i="0" sz="2400" u="none" cap="none" strike="noStrike">
              <a:solidFill>
                <a:schemeClr val="lt1"/>
              </a:solidFill>
              <a:latin typeface="Roboto Black"/>
              <a:ea typeface="Roboto Black"/>
              <a:cs typeface="Roboto Black"/>
              <a:sym typeface="Roboto Black"/>
            </a:endParaRPr>
          </a:p>
        </p:txBody>
      </p:sp>
      <p:sp>
        <p:nvSpPr>
          <p:cNvPr id="895" name="Google Shape;895;p45"/>
          <p:cNvSpPr/>
          <p:nvPr/>
        </p:nvSpPr>
        <p:spPr>
          <a:xfrm>
            <a:off x="1790045" y="2242681"/>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96" name="Google Shape;896;p45"/>
          <p:cNvSpPr/>
          <p:nvPr/>
        </p:nvSpPr>
        <p:spPr>
          <a:xfrm>
            <a:off x="1941915" y="2401358"/>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897" name="Google Shape;897;p45" title="símbolo.png"/>
          <p:cNvPicPr preferRelativeResize="0"/>
          <p:nvPr/>
        </p:nvPicPr>
        <p:blipFill rotWithShape="1">
          <a:blip r:embed="rId3">
            <a:alphaModFix/>
          </a:blip>
          <a:srcRect b="0" l="0" r="0" t="0"/>
          <a:stretch/>
        </p:blipFill>
        <p:spPr>
          <a:xfrm rot="-1197207">
            <a:off x="1790221" y="1527926"/>
            <a:ext cx="1142897" cy="615517"/>
          </a:xfrm>
          <a:prstGeom prst="rect">
            <a:avLst/>
          </a:prstGeom>
          <a:noFill/>
          <a:ln>
            <a:noFill/>
          </a:ln>
        </p:spPr>
      </p:pic>
      <p:sp>
        <p:nvSpPr>
          <p:cNvPr id="898" name="Google Shape;898;p45"/>
          <p:cNvSpPr/>
          <p:nvPr/>
        </p:nvSpPr>
        <p:spPr>
          <a:xfrm>
            <a:off x="3219298" y="2242681"/>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899" name="Google Shape;899;p45"/>
          <p:cNvSpPr/>
          <p:nvPr/>
        </p:nvSpPr>
        <p:spPr>
          <a:xfrm>
            <a:off x="3371167" y="2401358"/>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900" name="Google Shape;900;p45" title="símbolo.png"/>
          <p:cNvPicPr preferRelativeResize="0"/>
          <p:nvPr/>
        </p:nvPicPr>
        <p:blipFill rotWithShape="1">
          <a:blip r:embed="rId3">
            <a:alphaModFix/>
          </a:blip>
          <a:srcRect b="0" l="0" r="0" t="0"/>
          <a:stretch/>
        </p:blipFill>
        <p:spPr>
          <a:xfrm rot="-1197207">
            <a:off x="3219474" y="1527926"/>
            <a:ext cx="1142897" cy="615517"/>
          </a:xfrm>
          <a:prstGeom prst="rect">
            <a:avLst/>
          </a:prstGeom>
          <a:noFill/>
          <a:ln>
            <a:noFill/>
          </a:ln>
        </p:spPr>
      </p:pic>
      <p:sp>
        <p:nvSpPr>
          <p:cNvPr id="901" name="Google Shape;901;p45"/>
          <p:cNvSpPr/>
          <p:nvPr/>
        </p:nvSpPr>
        <p:spPr>
          <a:xfrm>
            <a:off x="4648563" y="2242672"/>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902" name="Google Shape;902;p45"/>
          <p:cNvSpPr/>
          <p:nvPr/>
        </p:nvSpPr>
        <p:spPr>
          <a:xfrm>
            <a:off x="4800432" y="2401349"/>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903" name="Google Shape;903;p45" title="símbolo.png"/>
          <p:cNvPicPr preferRelativeResize="0"/>
          <p:nvPr/>
        </p:nvPicPr>
        <p:blipFill rotWithShape="1">
          <a:blip r:embed="rId3">
            <a:alphaModFix/>
          </a:blip>
          <a:srcRect b="0" l="0" r="0" t="0"/>
          <a:stretch/>
        </p:blipFill>
        <p:spPr>
          <a:xfrm rot="-1197207">
            <a:off x="4648738" y="1527917"/>
            <a:ext cx="1142897" cy="615517"/>
          </a:xfrm>
          <a:prstGeom prst="rect">
            <a:avLst/>
          </a:prstGeom>
          <a:noFill/>
          <a:ln>
            <a:noFill/>
          </a:ln>
        </p:spPr>
      </p:pic>
      <p:sp>
        <p:nvSpPr>
          <p:cNvPr id="904" name="Google Shape;904;p45"/>
          <p:cNvSpPr/>
          <p:nvPr/>
        </p:nvSpPr>
        <p:spPr>
          <a:xfrm>
            <a:off x="6077826" y="2242670"/>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905" name="Google Shape;905;p45"/>
          <p:cNvSpPr/>
          <p:nvPr/>
        </p:nvSpPr>
        <p:spPr>
          <a:xfrm>
            <a:off x="6229696" y="2401347"/>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906" name="Google Shape;906;p45" title="símbolo.png"/>
          <p:cNvPicPr preferRelativeResize="0"/>
          <p:nvPr/>
        </p:nvPicPr>
        <p:blipFill rotWithShape="1">
          <a:blip r:embed="rId3">
            <a:alphaModFix/>
          </a:blip>
          <a:srcRect b="0" l="0" r="0" t="0"/>
          <a:stretch/>
        </p:blipFill>
        <p:spPr>
          <a:xfrm rot="-1197207">
            <a:off x="6078002" y="1527915"/>
            <a:ext cx="1142897" cy="615517"/>
          </a:xfrm>
          <a:prstGeom prst="rect">
            <a:avLst/>
          </a:prstGeom>
          <a:noFill/>
          <a:ln>
            <a:noFill/>
          </a:ln>
        </p:spPr>
      </p:pic>
      <p:sp>
        <p:nvSpPr>
          <p:cNvPr id="907" name="Google Shape;907;p45"/>
          <p:cNvSpPr/>
          <p:nvPr/>
        </p:nvSpPr>
        <p:spPr>
          <a:xfrm>
            <a:off x="1922949" y="4034869"/>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908" name="Google Shape;908;p45"/>
          <p:cNvSpPr/>
          <p:nvPr/>
        </p:nvSpPr>
        <p:spPr>
          <a:xfrm>
            <a:off x="2074818" y="4193546"/>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909" name="Google Shape;909;p45" title="símbolo.png"/>
          <p:cNvPicPr preferRelativeResize="0"/>
          <p:nvPr/>
        </p:nvPicPr>
        <p:blipFill rotWithShape="1">
          <a:blip r:embed="rId3">
            <a:alphaModFix/>
          </a:blip>
          <a:srcRect b="0" l="0" r="0" t="0"/>
          <a:stretch/>
        </p:blipFill>
        <p:spPr>
          <a:xfrm rot="-1197207">
            <a:off x="1923125" y="3320114"/>
            <a:ext cx="1142897" cy="615517"/>
          </a:xfrm>
          <a:prstGeom prst="rect">
            <a:avLst/>
          </a:prstGeom>
          <a:noFill/>
          <a:ln>
            <a:noFill/>
          </a:ln>
        </p:spPr>
      </p:pic>
      <p:sp>
        <p:nvSpPr>
          <p:cNvPr id="910" name="Google Shape;910;p45"/>
          <p:cNvSpPr/>
          <p:nvPr/>
        </p:nvSpPr>
        <p:spPr>
          <a:xfrm>
            <a:off x="3352202" y="4034869"/>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911" name="Google Shape;911;p45"/>
          <p:cNvSpPr/>
          <p:nvPr/>
        </p:nvSpPr>
        <p:spPr>
          <a:xfrm>
            <a:off x="3504071" y="4193546"/>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912" name="Google Shape;912;p45" title="símbolo.png"/>
          <p:cNvPicPr preferRelativeResize="0"/>
          <p:nvPr/>
        </p:nvPicPr>
        <p:blipFill rotWithShape="1">
          <a:blip r:embed="rId3">
            <a:alphaModFix/>
          </a:blip>
          <a:srcRect b="0" l="0" r="0" t="0"/>
          <a:stretch/>
        </p:blipFill>
        <p:spPr>
          <a:xfrm rot="-1197207">
            <a:off x="3352378" y="3320114"/>
            <a:ext cx="1142897" cy="615517"/>
          </a:xfrm>
          <a:prstGeom prst="rect">
            <a:avLst/>
          </a:prstGeom>
          <a:noFill/>
          <a:ln>
            <a:noFill/>
          </a:ln>
        </p:spPr>
      </p:pic>
      <p:sp>
        <p:nvSpPr>
          <p:cNvPr id="913" name="Google Shape;913;p45"/>
          <p:cNvSpPr/>
          <p:nvPr/>
        </p:nvSpPr>
        <p:spPr>
          <a:xfrm>
            <a:off x="4781467" y="4034859"/>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914" name="Google Shape;914;p45"/>
          <p:cNvSpPr/>
          <p:nvPr/>
        </p:nvSpPr>
        <p:spPr>
          <a:xfrm>
            <a:off x="4933336" y="4193536"/>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915" name="Google Shape;915;p45" title="símbolo.png"/>
          <p:cNvPicPr preferRelativeResize="0"/>
          <p:nvPr/>
        </p:nvPicPr>
        <p:blipFill rotWithShape="1">
          <a:blip r:embed="rId3">
            <a:alphaModFix/>
          </a:blip>
          <a:srcRect b="0" l="0" r="0" t="0"/>
          <a:stretch/>
        </p:blipFill>
        <p:spPr>
          <a:xfrm rot="-1197207">
            <a:off x="4781642" y="3320104"/>
            <a:ext cx="1142897" cy="615517"/>
          </a:xfrm>
          <a:prstGeom prst="rect">
            <a:avLst/>
          </a:prstGeom>
          <a:noFill/>
          <a:ln>
            <a:noFill/>
          </a:ln>
        </p:spPr>
      </p:pic>
      <p:sp>
        <p:nvSpPr>
          <p:cNvPr id="916" name="Google Shape;916;p45"/>
          <p:cNvSpPr/>
          <p:nvPr/>
        </p:nvSpPr>
        <p:spPr>
          <a:xfrm>
            <a:off x="6210730" y="4034857"/>
            <a:ext cx="968700" cy="158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1000" u="none" cap="none" strike="noStrike">
                <a:solidFill>
                  <a:schemeClr val="lt1"/>
                </a:solidFill>
                <a:latin typeface="Roboto Black"/>
                <a:ea typeface="Roboto Black"/>
                <a:cs typeface="Roboto Black"/>
                <a:sym typeface="Roboto Black"/>
              </a:rPr>
              <a:t>Nome</a:t>
            </a:r>
            <a:endParaRPr b="0" i="0" sz="1000" u="none" cap="none" strike="noStrike">
              <a:solidFill>
                <a:schemeClr val="lt1"/>
              </a:solidFill>
              <a:latin typeface="Roboto Black"/>
              <a:ea typeface="Roboto Black"/>
              <a:cs typeface="Roboto Black"/>
              <a:sym typeface="Roboto Black"/>
            </a:endParaRPr>
          </a:p>
        </p:txBody>
      </p:sp>
      <p:sp>
        <p:nvSpPr>
          <p:cNvPr id="917" name="Google Shape;917;p45"/>
          <p:cNvSpPr/>
          <p:nvPr/>
        </p:nvSpPr>
        <p:spPr>
          <a:xfrm>
            <a:off x="6362600" y="4193534"/>
            <a:ext cx="664500" cy="132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429"/>
              </a:spcBef>
              <a:spcAft>
                <a:spcPts val="429"/>
              </a:spcAft>
              <a:buClr>
                <a:schemeClr val="dk1"/>
              </a:buClr>
              <a:buSzPts val="393"/>
              <a:buFont typeface="Arial"/>
              <a:buNone/>
            </a:pPr>
            <a:r>
              <a:rPr b="0" i="0" lang="pt-BR" sz="700" u="none" cap="none" strike="noStrike">
                <a:solidFill>
                  <a:schemeClr val="lt1"/>
                </a:solidFill>
                <a:latin typeface="Roboto"/>
                <a:ea typeface="Roboto"/>
                <a:cs typeface="Roboto"/>
                <a:sym typeface="Roboto"/>
              </a:rPr>
              <a:t>XX/XX</a:t>
            </a:r>
            <a:endParaRPr b="0" i="0" sz="700" u="none" cap="none" strike="noStrike">
              <a:solidFill>
                <a:schemeClr val="lt1"/>
              </a:solidFill>
              <a:latin typeface="Roboto"/>
              <a:ea typeface="Roboto"/>
              <a:cs typeface="Roboto"/>
              <a:sym typeface="Roboto"/>
            </a:endParaRPr>
          </a:p>
        </p:txBody>
      </p:sp>
      <p:pic>
        <p:nvPicPr>
          <p:cNvPr id="918" name="Google Shape;918;p45" title="símbolo.png"/>
          <p:cNvPicPr preferRelativeResize="0"/>
          <p:nvPr/>
        </p:nvPicPr>
        <p:blipFill rotWithShape="1">
          <a:blip r:embed="rId3">
            <a:alphaModFix/>
          </a:blip>
          <a:srcRect b="0" l="0" r="0" t="0"/>
          <a:stretch/>
        </p:blipFill>
        <p:spPr>
          <a:xfrm rot="-1197207">
            <a:off x="6210906" y="3320102"/>
            <a:ext cx="1142897" cy="615517"/>
          </a:xfrm>
          <a:prstGeom prst="rect">
            <a:avLst/>
          </a:prstGeom>
          <a:noFill/>
          <a:ln>
            <a:noFill/>
          </a:ln>
        </p:spPr>
      </p:pic>
      <p:sp>
        <p:nvSpPr>
          <p:cNvPr id="919" name="Google Shape;919;p45"/>
          <p:cNvSpPr/>
          <p:nvPr>
            <p:ph idx="2" type="pic"/>
          </p:nvPr>
        </p:nvSpPr>
        <p:spPr>
          <a:xfrm>
            <a:off x="1790053" y="1086861"/>
            <a:ext cx="968700" cy="968700"/>
          </a:xfrm>
          <a:prstGeom prst="ellipse">
            <a:avLst/>
          </a:prstGeom>
          <a:noFill/>
          <a:ln>
            <a:noFill/>
          </a:ln>
        </p:spPr>
      </p:sp>
      <p:sp>
        <p:nvSpPr>
          <p:cNvPr id="920" name="Google Shape;920;p45"/>
          <p:cNvSpPr/>
          <p:nvPr>
            <p:ph idx="3" type="pic"/>
          </p:nvPr>
        </p:nvSpPr>
        <p:spPr>
          <a:xfrm>
            <a:off x="3219306" y="1086861"/>
            <a:ext cx="968700" cy="968700"/>
          </a:xfrm>
          <a:prstGeom prst="ellipse">
            <a:avLst/>
          </a:prstGeom>
          <a:noFill/>
          <a:ln>
            <a:noFill/>
          </a:ln>
        </p:spPr>
      </p:sp>
      <p:sp>
        <p:nvSpPr>
          <p:cNvPr id="921" name="Google Shape;921;p45"/>
          <p:cNvSpPr/>
          <p:nvPr>
            <p:ph idx="4" type="pic"/>
          </p:nvPr>
        </p:nvSpPr>
        <p:spPr>
          <a:xfrm>
            <a:off x="4648570" y="1086852"/>
            <a:ext cx="968700" cy="968700"/>
          </a:xfrm>
          <a:prstGeom prst="ellipse">
            <a:avLst/>
          </a:prstGeom>
          <a:noFill/>
          <a:ln>
            <a:noFill/>
          </a:ln>
        </p:spPr>
      </p:sp>
      <p:sp>
        <p:nvSpPr>
          <p:cNvPr id="922" name="Google Shape;922;p45"/>
          <p:cNvSpPr/>
          <p:nvPr>
            <p:ph idx="5" type="pic"/>
          </p:nvPr>
        </p:nvSpPr>
        <p:spPr>
          <a:xfrm>
            <a:off x="6077834" y="1086850"/>
            <a:ext cx="968700" cy="968700"/>
          </a:xfrm>
          <a:prstGeom prst="ellipse">
            <a:avLst/>
          </a:prstGeom>
          <a:noFill/>
          <a:ln>
            <a:noFill/>
          </a:ln>
        </p:spPr>
      </p:sp>
      <p:sp>
        <p:nvSpPr>
          <p:cNvPr id="923" name="Google Shape;923;p45"/>
          <p:cNvSpPr/>
          <p:nvPr>
            <p:ph idx="6" type="pic"/>
          </p:nvPr>
        </p:nvSpPr>
        <p:spPr>
          <a:xfrm>
            <a:off x="1922957" y="2879049"/>
            <a:ext cx="968700" cy="968700"/>
          </a:xfrm>
          <a:prstGeom prst="ellipse">
            <a:avLst/>
          </a:prstGeom>
          <a:noFill/>
          <a:ln>
            <a:noFill/>
          </a:ln>
        </p:spPr>
      </p:sp>
      <p:sp>
        <p:nvSpPr>
          <p:cNvPr id="924" name="Google Shape;924;p45"/>
          <p:cNvSpPr/>
          <p:nvPr>
            <p:ph idx="7" type="pic"/>
          </p:nvPr>
        </p:nvSpPr>
        <p:spPr>
          <a:xfrm>
            <a:off x="3352210" y="2879049"/>
            <a:ext cx="968700" cy="968700"/>
          </a:xfrm>
          <a:prstGeom prst="ellipse">
            <a:avLst/>
          </a:prstGeom>
          <a:noFill/>
          <a:ln>
            <a:noFill/>
          </a:ln>
        </p:spPr>
      </p:sp>
      <p:sp>
        <p:nvSpPr>
          <p:cNvPr id="925" name="Google Shape;925;p45"/>
          <p:cNvSpPr/>
          <p:nvPr>
            <p:ph idx="8" type="pic"/>
          </p:nvPr>
        </p:nvSpPr>
        <p:spPr>
          <a:xfrm>
            <a:off x="4781474" y="2879039"/>
            <a:ext cx="968700" cy="968700"/>
          </a:xfrm>
          <a:prstGeom prst="ellipse">
            <a:avLst/>
          </a:prstGeom>
          <a:noFill/>
          <a:ln>
            <a:noFill/>
          </a:ln>
        </p:spPr>
      </p:sp>
      <p:sp>
        <p:nvSpPr>
          <p:cNvPr id="926" name="Google Shape;926;p45"/>
          <p:cNvSpPr/>
          <p:nvPr>
            <p:ph idx="9" type="pic"/>
          </p:nvPr>
        </p:nvSpPr>
        <p:spPr>
          <a:xfrm>
            <a:off x="6210738" y="2879037"/>
            <a:ext cx="968700" cy="968700"/>
          </a:xfrm>
          <a:prstGeom prst="ellipse">
            <a:avLst/>
          </a:prstGeom>
          <a:noFill/>
          <a:ln>
            <a:noFill/>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46"/>
          <p:cNvSpPr/>
          <p:nvPr/>
        </p:nvSpPr>
        <p:spPr>
          <a:xfrm>
            <a:off x="856250" y="1235850"/>
            <a:ext cx="3233400" cy="161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1200"/>
              </a:spcBef>
              <a:spcAft>
                <a:spcPts val="1200"/>
              </a:spcAft>
              <a:buClr>
                <a:schemeClr val="dk1"/>
              </a:buClr>
              <a:buSzPts val="1100"/>
              <a:buFont typeface="Arial"/>
              <a:buNone/>
            </a:pPr>
            <a:r>
              <a:rPr b="0" i="0" lang="pt-BR" sz="4725" u="none" cap="none" strike="noStrike">
                <a:solidFill>
                  <a:srgbClr val="FFFFFF"/>
                </a:solidFill>
                <a:latin typeface="Roboto Black"/>
                <a:ea typeface="Roboto Black"/>
                <a:cs typeface="Roboto Black"/>
                <a:sym typeface="Roboto Black"/>
              </a:rPr>
              <a:t>Avalie nossa RG :)</a:t>
            </a:r>
            <a:endParaRPr b="0" i="0" sz="4725" u="none" cap="none" strike="noStrike">
              <a:solidFill>
                <a:srgbClr val="FFFFFF"/>
              </a:solidFill>
              <a:latin typeface="Roboto Black"/>
              <a:ea typeface="Roboto Black"/>
              <a:cs typeface="Roboto Black"/>
              <a:sym typeface="Roboto Black"/>
            </a:endParaRPr>
          </a:p>
        </p:txBody>
      </p:sp>
      <p:sp>
        <p:nvSpPr>
          <p:cNvPr id="932" name="Google Shape;932;p46"/>
          <p:cNvSpPr/>
          <p:nvPr>
            <p:ph idx="2" type="pic"/>
          </p:nvPr>
        </p:nvSpPr>
        <p:spPr>
          <a:xfrm>
            <a:off x="4659800" y="1332150"/>
            <a:ext cx="2475900" cy="2476200"/>
          </a:xfrm>
          <a:prstGeom prst="roundRect">
            <a:avLst>
              <a:gd fmla="val 16667" name="adj"/>
            </a:avLst>
          </a:prstGeom>
          <a:noFill/>
          <a:ln>
            <a:noFill/>
          </a:ln>
        </p:spPr>
      </p:sp>
      <p:pic>
        <p:nvPicPr>
          <p:cNvPr id="933" name="Google Shape;933;p46" title="Logo - Você Pede - Sem fundo.png"/>
          <p:cNvPicPr preferRelativeResize="0"/>
          <p:nvPr/>
        </p:nvPicPr>
        <p:blipFill>
          <a:blip r:embed="rId3">
            <a:alphaModFix/>
          </a:blip>
          <a:stretch>
            <a:fillRect/>
          </a:stretch>
        </p:blipFill>
        <p:spPr>
          <a:xfrm>
            <a:off x="1240498" y="2911847"/>
            <a:ext cx="1040750" cy="89650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pic>
        <p:nvPicPr>
          <p:cNvPr id="938" name="Google Shape;938;p47" title="ppt_dp.png"/>
          <p:cNvPicPr preferRelativeResize="0"/>
          <p:nvPr/>
        </p:nvPicPr>
        <p:blipFill rotWithShape="1">
          <a:blip r:embed="rId3">
            <a:alphaModFix/>
          </a:blip>
          <a:srcRect b="0" l="0" r="0" t="0"/>
          <a:stretch/>
        </p:blipFill>
        <p:spPr>
          <a:xfrm>
            <a:off x="6577200" y="3248521"/>
            <a:ext cx="1767777" cy="1239519"/>
          </a:xfrm>
          <a:prstGeom prst="rect">
            <a:avLst/>
          </a:prstGeom>
          <a:noFill/>
          <a:ln>
            <a:noFill/>
          </a:ln>
        </p:spPr>
      </p:pic>
      <p:pic>
        <p:nvPicPr>
          <p:cNvPr id="939" name="Google Shape;939;p47" title="ppt_expansao.png"/>
          <p:cNvPicPr preferRelativeResize="0"/>
          <p:nvPr/>
        </p:nvPicPr>
        <p:blipFill rotWithShape="1">
          <a:blip r:embed="rId4">
            <a:alphaModFix/>
          </a:blip>
          <a:srcRect b="0" l="0" r="0" t="0"/>
          <a:stretch/>
        </p:blipFill>
        <p:spPr>
          <a:xfrm>
            <a:off x="947962" y="3770612"/>
            <a:ext cx="1469911" cy="986151"/>
          </a:xfrm>
          <a:prstGeom prst="rect">
            <a:avLst/>
          </a:prstGeom>
          <a:noFill/>
          <a:ln>
            <a:noFill/>
          </a:ln>
        </p:spPr>
      </p:pic>
      <p:pic>
        <p:nvPicPr>
          <p:cNvPr id="940" name="Google Shape;940;p47" title="ppt_financeiro.png"/>
          <p:cNvPicPr preferRelativeResize="0"/>
          <p:nvPr/>
        </p:nvPicPr>
        <p:blipFill rotWithShape="1">
          <a:blip r:embed="rId5">
            <a:alphaModFix/>
          </a:blip>
          <a:srcRect b="0" l="0" r="0" t="0"/>
          <a:stretch/>
        </p:blipFill>
        <p:spPr>
          <a:xfrm>
            <a:off x="2891573" y="3726799"/>
            <a:ext cx="1533537" cy="1073776"/>
          </a:xfrm>
          <a:prstGeom prst="rect">
            <a:avLst/>
          </a:prstGeom>
          <a:noFill/>
          <a:ln>
            <a:noFill/>
          </a:ln>
        </p:spPr>
      </p:pic>
      <p:pic>
        <p:nvPicPr>
          <p:cNvPr id="941" name="Google Shape;941;p47" title="ppt_implementacao.png"/>
          <p:cNvPicPr preferRelativeResize="0"/>
          <p:nvPr/>
        </p:nvPicPr>
        <p:blipFill rotWithShape="1">
          <a:blip r:embed="rId6">
            <a:alphaModFix/>
          </a:blip>
          <a:srcRect b="0" l="0" r="0" t="0"/>
          <a:stretch/>
        </p:blipFill>
        <p:spPr>
          <a:xfrm>
            <a:off x="2703857" y="2672795"/>
            <a:ext cx="1908941" cy="986162"/>
          </a:xfrm>
          <a:prstGeom prst="rect">
            <a:avLst/>
          </a:prstGeom>
          <a:noFill/>
          <a:ln>
            <a:noFill/>
          </a:ln>
        </p:spPr>
      </p:pic>
      <p:pic>
        <p:nvPicPr>
          <p:cNvPr id="942" name="Google Shape;942;p47" title="ppt_infraestrutura.png"/>
          <p:cNvPicPr preferRelativeResize="0"/>
          <p:nvPr/>
        </p:nvPicPr>
        <p:blipFill rotWithShape="1">
          <a:blip r:embed="rId7">
            <a:alphaModFix/>
          </a:blip>
          <a:srcRect b="0" l="0" r="0" t="0"/>
          <a:stretch/>
        </p:blipFill>
        <p:spPr>
          <a:xfrm>
            <a:off x="2708815" y="1474200"/>
            <a:ext cx="1899044" cy="1073776"/>
          </a:xfrm>
          <a:prstGeom prst="rect">
            <a:avLst/>
          </a:prstGeom>
          <a:noFill/>
          <a:ln>
            <a:noFill/>
          </a:ln>
        </p:spPr>
      </p:pic>
      <p:pic>
        <p:nvPicPr>
          <p:cNvPr id="943" name="Google Shape;943;p47" title="ppt_juridico.png"/>
          <p:cNvPicPr preferRelativeResize="0"/>
          <p:nvPr/>
        </p:nvPicPr>
        <p:blipFill rotWithShape="1">
          <a:blip r:embed="rId8">
            <a:alphaModFix/>
          </a:blip>
          <a:srcRect b="0" l="0" r="0" t="0"/>
          <a:stretch/>
        </p:blipFill>
        <p:spPr>
          <a:xfrm>
            <a:off x="4808807" y="3726792"/>
            <a:ext cx="1567427" cy="1073779"/>
          </a:xfrm>
          <a:prstGeom prst="rect">
            <a:avLst/>
          </a:prstGeom>
          <a:noFill/>
          <a:ln>
            <a:noFill/>
          </a:ln>
        </p:spPr>
      </p:pic>
      <p:pic>
        <p:nvPicPr>
          <p:cNvPr id="944" name="Google Shape;944;p47" title="ppt_marketing.png"/>
          <p:cNvPicPr preferRelativeResize="0"/>
          <p:nvPr/>
        </p:nvPicPr>
        <p:blipFill rotWithShape="1">
          <a:blip r:embed="rId9">
            <a:alphaModFix/>
          </a:blip>
          <a:srcRect b="0" l="0" r="0" t="0"/>
          <a:stretch/>
        </p:blipFill>
        <p:spPr>
          <a:xfrm>
            <a:off x="4749895" y="1492253"/>
            <a:ext cx="1685279" cy="1037664"/>
          </a:xfrm>
          <a:prstGeom prst="rect">
            <a:avLst/>
          </a:prstGeom>
          <a:noFill/>
          <a:ln>
            <a:noFill/>
          </a:ln>
        </p:spPr>
      </p:pic>
      <p:pic>
        <p:nvPicPr>
          <p:cNvPr id="945" name="Google Shape;945;p47" title="ppt_novos negocios.png"/>
          <p:cNvPicPr preferRelativeResize="0"/>
          <p:nvPr/>
        </p:nvPicPr>
        <p:blipFill rotWithShape="1">
          <a:blip r:embed="rId10">
            <a:alphaModFix/>
          </a:blip>
          <a:srcRect b="0" l="0" r="0" t="0"/>
          <a:stretch/>
        </p:blipFill>
        <p:spPr>
          <a:xfrm>
            <a:off x="6707756" y="1533125"/>
            <a:ext cx="1506646" cy="1412171"/>
          </a:xfrm>
          <a:prstGeom prst="rect">
            <a:avLst/>
          </a:prstGeom>
          <a:noFill/>
          <a:ln>
            <a:noFill/>
          </a:ln>
        </p:spPr>
      </p:pic>
      <p:pic>
        <p:nvPicPr>
          <p:cNvPr id="946" name="Google Shape;946;p47" title="ppt_operacoes.png"/>
          <p:cNvPicPr preferRelativeResize="0"/>
          <p:nvPr/>
        </p:nvPicPr>
        <p:blipFill rotWithShape="1">
          <a:blip r:embed="rId11">
            <a:alphaModFix/>
          </a:blip>
          <a:srcRect b="0" l="0" r="0" t="0"/>
          <a:stretch/>
        </p:blipFill>
        <p:spPr>
          <a:xfrm>
            <a:off x="799012" y="2628986"/>
            <a:ext cx="1767762" cy="1073777"/>
          </a:xfrm>
          <a:prstGeom prst="rect">
            <a:avLst/>
          </a:prstGeom>
          <a:noFill/>
          <a:ln>
            <a:noFill/>
          </a:ln>
        </p:spPr>
      </p:pic>
      <p:pic>
        <p:nvPicPr>
          <p:cNvPr id="947" name="Google Shape;947;p47" title="ppt_pessoas.png"/>
          <p:cNvPicPr preferRelativeResize="0"/>
          <p:nvPr/>
        </p:nvPicPr>
        <p:blipFill rotWithShape="1">
          <a:blip r:embed="rId12">
            <a:alphaModFix/>
          </a:blip>
          <a:srcRect b="0" l="0" r="0" t="0"/>
          <a:stretch/>
        </p:blipFill>
        <p:spPr>
          <a:xfrm>
            <a:off x="823187" y="1490800"/>
            <a:ext cx="1719398" cy="1037656"/>
          </a:xfrm>
          <a:prstGeom prst="rect">
            <a:avLst/>
          </a:prstGeom>
          <a:noFill/>
          <a:ln>
            <a:noFill/>
          </a:ln>
        </p:spPr>
      </p:pic>
      <p:pic>
        <p:nvPicPr>
          <p:cNvPr id="948" name="Google Shape;948;p47" title="ppt_tech.png"/>
          <p:cNvPicPr preferRelativeResize="0"/>
          <p:nvPr/>
        </p:nvPicPr>
        <p:blipFill rotWithShape="1">
          <a:blip r:embed="rId13">
            <a:alphaModFix/>
          </a:blip>
          <a:srcRect b="0" l="0" r="0" t="0"/>
          <a:stretch/>
        </p:blipFill>
        <p:spPr>
          <a:xfrm>
            <a:off x="4973400" y="2615150"/>
            <a:ext cx="1243188" cy="1101451"/>
          </a:xfrm>
          <a:prstGeom prst="rect">
            <a:avLst/>
          </a:prstGeom>
          <a:noFill/>
          <a:ln>
            <a:noFill/>
          </a:ln>
        </p:spPr>
      </p:pic>
      <p:sp>
        <p:nvSpPr>
          <p:cNvPr id="949" name="Google Shape;949;p47"/>
          <p:cNvSpPr/>
          <p:nvPr/>
        </p:nvSpPr>
        <p:spPr>
          <a:xfrm>
            <a:off x="639550" y="461350"/>
            <a:ext cx="4065900" cy="444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2500" u="none" cap="none" strike="noStrike">
                <a:solidFill>
                  <a:schemeClr val="lt1"/>
                </a:solidFill>
                <a:latin typeface="Roboto Black"/>
                <a:ea typeface="Roboto Black"/>
                <a:cs typeface="Roboto Black"/>
                <a:sym typeface="Roboto Black"/>
              </a:rPr>
              <a:t>Stickers das Áreas</a:t>
            </a:r>
            <a:endParaRPr b="0" i="0" sz="2500" u="none" cap="none" strike="noStrike">
              <a:solidFill>
                <a:schemeClr val="lt1"/>
              </a:solidFill>
              <a:latin typeface="Roboto Black"/>
              <a:ea typeface="Roboto Black"/>
              <a:cs typeface="Roboto Black"/>
              <a:sym typeface="Roboto Black"/>
            </a:endParaRPr>
          </a:p>
        </p:txBody>
      </p:sp>
      <p:sp>
        <p:nvSpPr>
          <p:cNvPr id="950" name="Google Shape;950;p47"/>
          <p:cNvSpPr/>
          <p:nvPr/>
        </p:nvSpPr>
        <p:spPr>
          <a:xfrm>
            <a:off x="639550" y="963025"/>
            <a:ext cx="4065900" cy="23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238" u="none" cap="none" strike="noStrike">
                <a:solidFill>
                  <a:schemeClr val="lt1"/>
                </a:solidFill>
                <a:latin typeface="Roboto"/>
                <a:ea typeface="Roboto"/>
                <a:cs typeface="Roboto"/>
                <a:sym typeface="Roboto"/>
              </a:rPr>
              <a:t>Copie e cole para usar</a:t>
            </a:r>
            <a:endParaRPr b="0" i="0" sz="1238" u="none" cap="none" strike="noStrike">
              <a:solidFill>
                <a:schemeClr val="lt1"/>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48"/>
          <p:cNvSpPr/>
          <p:nvPr/>
        </p:nvSpPr>
        <p:spPr>
          <a:xfrm>
            <a:off x="639550" y="461350"/>
            <a:ext cx="4065900" cy="444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2500" u="none" cap="none" strike="noStrike">
                <a:solidFill>
                  <a:schemeClr val="lt1"/>
                </a:solidFill>
                <a:latin typeface="Roboto Black"/>
                <a:ea typeface="Roboto Black"/>
                <a:cs typeface="Roboto Black"/>
                <a:sym typeface="Roboto Black"/>
              </a:rPr>
              <a:t>Mockups</a:t>
            </a:r>
            <a:endParaRPr b="0" i="0" sz="2500" u="none" cap="none" strike="noStrike">
              <a:solidFill>
                <a:schemeClr val="lt1"/>
              </a:solidFill>
              <a:latin typeface="Roboto Black"/>
              <a:ea typeface="Roboto Black"/>
              <a:cs typeface="Roboto Black"/>
              <a:sym typeface="Roboto Black"/>
            </a:endParaRPr>
          </a:p>
        </p:txBody>
      </p:sp>
      <p:sp>
        <p:nvSpPr>
          <p:cNvPr id="956" name="Google Shape;956;p48"/>
          <p:cNvSpPr/>
          <p:nvPr/>
        </p:nvSpPr>
        <p:spPr>
          <a:xfrm>
            <a:off x="639550" y="963025"/>
            <a:ext cx="4065900" cy="23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pt-BR" sz="1238" u="none" cap="none" strike="noStrike">
                <a:solidFill>
                  <a:schemeClr val="lt1"/>
                </a:solidFill>
                <a:latin typeface="Roboto"/>
                <a:ea typeface="Roboto"/>
                <a:cs typeface="Roboto"/>
                <a:sym typeface="Roboto"/>
              </a:rPr>
              <a:t>Copie e cole para usar</a:t>
            </a:r>
            <a:endParaRPr b="0" i="0" sz="1238" u="none" cap="none" strike="noStrike">
              <a:solidFill>
                <a:schemeClr val="lt1"/>
              </a:solidFill>
              <a:latin typeface="Roboto"/>
              <a:ea typeface="Roboto"/>
              <a:cs typeface="Roboto"/>
              <a:sym typeface="Roboto"/>
            </a:endParaRPr>
          </a:p>
        </p:txBody>
      </p:sp>
      <p:pic>
        <p:nvPicPr>
          <p:cNvPr id="957" name="Google Shape;957;p48" title="AdobeStock_529526187.png"/>
          <p:cNvPicPr preferRelativeResize="0"/>
          <p:nvPr/>
        </p:nvPicPr>
        <p:blipFill rotWithShape="1">
          <a:blip r:embed="rId3">
            <a:alphaModFix/>
          </a:blip>
          <a:srcRect b="5646" l="3540" r="3549" t="9838"/>
          <a:stretch/>
        </p:blipFill>
        <p:spPr>
          <a:xfrm>
            <a:off x="531950" y="1788450"/>
            <a:ext cx="4591124" cy="2783549"/>
          </a:xfrm>
          <a:prstGeom prst="rect">
            <a:avLst/>
          </a:prstGeom>
          <a:noFill/>
          <a:ln>
            <a:noFill/>
          </a:ln>
        </p:spPr>
      </p:pic>
      <p:sp>
        <p:nvSpPr>
          <p:cNvPr id="958" name="Google Shape;958;p48"/>
          <p:cNvSpPr/>
          <p:nvPr>
            <p:ph idx="2" type="pic"/>
          </p:nvPr>
        </p:nvSpPr>
        <p:spPr>
          <a:xfrm>
            <a:off x="1140772" y="2020316"/>
            <a:ext cx="3374100" cy="2123100"/>
          </a:xfrm>
          <a:prstGeom prst="rect">
            <a:avLst/>
          </a:prstGeom>
          <a:noFill/>
          <a:ln>
            <a:noFill/>
          </a:ln>
        </p:spPr>
      </p:sp>
      <p:pic>
        <p:nvPicPr>
          <p:cNvPr id="959" name="Google Shape;959;p48" title="iphone frente app [sem sombra].png"/>
          <p:cNvPicPr preferRelativeResize="0"/>
          <p:nvPr/>
        </p:nvPicPr>
        <p:blipFill rotWithShape="1">
          <a:blip r:embed="rId4">
            <a:alphaModFix/>
          </a:blip>
          <a:srcRect b="9784" l="36670" r="36670" t="11245"/>
          <a:stretch/>
        </p:blipFill>
        <p:spPr>
          <a:xfrm>
            <a:off x="5224175" y="1535463"/>
            <a:ext cx="1566577" cy="3092824"/>
          </a:xfrm>
          <a:prstGeom prst="rect">
            <a:avLst/>
          </a:prstGeom>
          <a:noFill/>
          <a:ln>
            <a:noFill/>
          </a:ln>
          <a:effectLst>
            <a:outerShdw blurRad="214313" rotWithShape="0" algn="bl" dir="2760000" dist="85725">
              <a:srgbClr val="000000">
                <a:alpha val="38039"/>
              </a:srgbClr>
            </a:outerShdw>
          </a:effectLst>
        </p:spPr>
      </p:pic>
      <p:pic>
        <p:nvPicPr>
          <p:cNvPr id="960" name="Google Shape;960;p48" title="iphone frente app [sem sombra].png"/>
          <p:cNvPicPr preferRelativeResize="0"/>
          <p:nvPr/>
        </p:nvPicPr>
        <p:blipFill rotWithShape="1">
          <a:blip r:embed="rId4">
            <a:alphaModFix/>
          </a:blip>
          <a:srcRect b="9784" l="36670" r="36670" t="11245"/>
          <a:stretch/>
        </p:blipFill>
        <p:spPr>
          <a:xfrm>
            <a:off x="6898550" y="1535463"/>
            <a:ext cx="1566577" cy="3092824"/>
          </a:xfrm>
          <a:prstGeom prst="rect">
            <a:avLst/>
          </a:prstGeom>
          <a:noFill/>
          <a:ln>
            <a:noFill/>
          </a:ln>
          <a:effectLst>
            <a:outerShdw blurRad="214313" rotWithShape="0" algn="bl" dir="2760000" dist="85725">
              <a:srgbClr val="000000">
                <a:alpha val="38039"/>
              </a:srgbClr>
            </a:outerShdw>
          </a:effectLst>
        </p:spPr>
      </p:pic>
      <p:sp>
        <p:nvSpPr>
          <p:cNvPr id="961" name="Google Shape;961;p48"/>
          <p:cNvSpPr/>
          <p:nvPr>
            <p:ph idx="3" type="pic"/>
          </p:nvPr>
        </p:nvSpPr>
        <p:spPr>
          <a:xfrm>
            <a:off x="7025100" y="1641088"/>
            <a:ext cx="1334400" cy="2881200"/>
          </a:xfrm>
          <a:prstGeom prst="roundRect">
            <a:avLst>
              <a:gd fmla="val 14307" name="adj"/>
            </a:avLst>
          </a:prstGeom>
          <a:noFill/>
          <a:ln>
            <a:noFill/>
          </a:ln>
        </p:spPr>
      </p:sp>
    </p:spTree>
  </p:cSld>
  <p:clrMapOvr>
    <a:masterClrMapping/>
  </p:clrMapOvr>
</p:sld>
</file>

<file path=ppt/theme/theme1.xml><?xml version="1.0" encoding="utf-8"?>
<a:theme xmlns:a="http://schemas.openxmlformats.org/drawingml/2006/main" xmlns:r="http://schemas.openxmlformats.org/officeDocument/2006/relationships" name="DM">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