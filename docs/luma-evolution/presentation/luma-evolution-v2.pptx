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arquivo **roda** — é o HTML original executado agora, não um print de arquivo morto.</a:t>
            </a:r>
          </a:p>
          <a:p>
            <a:r>
              <a:t>Seja honesto na origem: o git guarda o começo do Luma, mas não guarda este arquivo. Ele é anterior a 16/06, quando o repositório já nasce com o nome Luma e 85 módulos.</a:t>
            </a:r>
          </a:p>
          <a:p>
            <a:r>
              <a:t>A convenção de prefixos do código de hoje nasceu aqui.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elo perdido da apresentação. Estas duas telas estão a poucos dias uma da outra e mostram a mesma coisa com outra identidade.</a:t>
            </a:r>
          </a:p>
          <a:p>
            <a:r>
              <a:t>Repare nas campanhas: Combo Smash, Hamburguer Fest, Frete Grátis — idênticas nas duas.</a:t>
            </a:r>
          </a:p>
          <a:p>
            <a:r>
              <a:t>O que mudou entre uma e outra não foi a interface: foi a arquitetura, de um arquivo para oitenta e cinco.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marcos escolhidos por diferença visual clara — não por serem recentes.</a:t>
            </a:r>
          </a:p>
          <a:p>
            <a:r>
              <a:t>O histórico cobre 45 dias e 239 commits. A forma que importa: junho é de fundação com um autor só, julho traz o time e o volume, e 15 e 16/07 sozinhos concentram 45% de tudo.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forma do trabalho num quadro. Dois picos — 06/16 e 07/30 — concentram mais da metade dos commits.</a:t>
            </a:r>
          </a:p>
          <a:p>
            <a:r>
              <a:t>O vazio no meio não é ócio: 22/07 são seis commits só de planejamento no luma-brain, sem tocar em tela.</a:t>
            </a:r>
          </a:p>
          <a:p>
            <a:r>
              <a:t>Deixe a plateia varrer as faixas: dá para ver o produto mudando de foco — franqueado e designer no início, IA e console no fim.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1 de 7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2 de 7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3 de 7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4 de 7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5 de 7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6 de 7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7 de 7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principal. Diga a regra de leitura uma vez: esquerda é o primeiro commit, meio é a véspera da 1.0, direita é hoje.</a:t>
            </a:r>
          </a:p>
          <a:p>
            <a:r>
              <a:t>A coluna do meio é a que mais informa — repare quantas vezes ela é igual à primeira.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aqui se tiver pouco tempo: é a comparação mais imediata da apresentação.</a:t>
            </a:r>
          </a:p>
          <a:p>
            <a:r>
              <a:t>Repare que as artes na coluna esquerda são materiais reais do catálogo, não ilustração.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comparação mais reveladora do bloco. O quadro da esquerda é 16/06: o Luma no dia em que entrou no git, com o layout herdado do piloto e só a cor trocada.</a:t>
            </a:r>
          </a:p>
          <a:p>
            <a:r>
              <a:t>A vitrine aparece em julho — foi ela que deu onde morar ao destaque, à busca e ao histórico.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quadro da esquerda é honesto sobre o estágio de junho: a estrutura existia, o conteúdo não.</a:t>
            </a:r>
          </a:p>
          <a:p>
            <a:r>
              <a:t>Cada capa que aparece à direita foi publicada sem passar pela engenharia — é o efeito de 247bcd4.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mostrar contenção: a tela mais importante do produto ficou com MENOS elementos, não mais.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mais forte do bloco, e agora com o estágio que faltava: em junho o Estúdio era só o canvas — abria com a prancheta preta e as ferramentas em volta.</a:t>
            </a:r>
          </a:p>
          <a:p>
            <a:r>
              <a:t>A home aparece em julho; a biblioteca com busca e status, só no fim.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Diferença pequena na tela, grande no processo. Antes, sair do Luma era achatar a arte.</a:t>
            </a:r>
          </a:p>
          <a:p>
            <a:r>
              <a:t>Complementa o import de PSD que já existia: agora o caminho é de ida e volta.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honesto e importante. Se todas as telas mudassem muito, a apresentação estaria contando a história errada.</a:t>
            </a:r>
          </a:p>
          <a:p>
            <a:r>
              <a:t>Esta chegou certa no primeiro dia. O trabalho foi fazer o dado sobreviver por trás dela.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bom para quem cuida de acesso. O selo DEV ao lado de Console é a entrada do Luma CLI aparecendo na interface — antes era só atalho de teclado.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miniatura flutuante é a "prévia viva" de 16/07 chegando ao chat: no celular, ver a arte enquanto responde é a diferença entre confiar e conferir depois.</a:t>
            </a:r>
          </a:p>
          <a:p>
            <a:r>
              <a:t>Repare que aqui a coluna do meio JÁ difere da primeira — é a exceção no bloco.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que mostra edição, não adição. "Assistente criativo" era o nome interno da feature aparecendo na cara do usuário.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 pequeno com efeito grande em telas menores: com zoom fixo, a prévia ficava cortada em notebook de 13 polegadas.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copy, e o ponto é que copy é interface. "Dê forma à próxima campanha" soa bem e não diz o que fazer.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1 de 3: Criar material, Importar PSD, Atalhos do Estúdio.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2 de 3: Campanha no celular, , Tema Much+.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3 de 3: Vitrine, Estúdio, Console do time.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