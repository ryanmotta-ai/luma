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ancora tudo. O arquivo **roda** — é o HTML original executado agora, não um print de arquivo morto.</a:t>
            </a:r>
          </a:p>
          <a:p>
            <a:r>
              <a:t>Seja honesto na origem: é a primeira versão **conhecida e preservada**, entregue fora do repositório. Não é o primeiro commit — o git não guarda o começo.</a:t>
            </a:r>
          </a:p>
          <a:p>
            <a:r>
              <a:t>Dois detalhes fortes: a fonte da marca já vinha embutida em base64, e a convenção de prefixos do código de hoje nasceu aqui.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versionado é curto: 15 dias, 74 commits, e metade deles no primeiro dia. A forma que importa é: um piloto, uma fundação enorme, duas semanas de refino e um salto de capacidade no fim.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leitura mais direta da apresentação: três execuções reais, mesma tela, três épocas.</a:t>
            </a:r>
          </a:p>
          <a:p>
            <a:r>
              <a:t>Repare na paleta — vermelho na origem, laranja da marca hoje.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que dá crédito à ideia original. O chat guiado não foi invenção posterior.</a:t>
            </a:r>
          </a:p>
          <a:p>
            <a:r>
              <a:t>A evolução foi de contexto, não de mecânica.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Cuidado para não vender demais: a diferença aqui é organizacional, não de capacidade de desenho.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Avise que a leitura daqui pra frente é sempre igual — isso deixa a plateia processar a imagem, não o layout.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impacto operacional. Antes, cada campanha nova era um commit; hoje é uma pasta.</a:t>
            </a:r>
          </a:p>
          <a:p>
            <a:r>
              <a:t>O marco dessa virada é 247bcd4, de 16/07.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vale citar os commits de sync de 16/07: lock no push, releitura antes de regravar e fila de deleções.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aqui começa em 16/07 porque o piloto não tinha esse modal — o que já é a informação.</a:t>
            </a:r>
          </a:p>
          <a:p>
            <a:r>
              <a:t>Em 17/07 entram o z-order confiável do PSD e o raster adaptativo, que é o que torna o export 2× nítido.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denso. Avise que agora vem volume: são oito ou nove versões reais por tela.</a:t>
            </a:r>
          </a:p>
          <a:p>
            <a:r>
              <a:t>Não descreva quadro a quadro — deixe a plateia varrer a linha e aponte só o quadro destacado.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Comparação de três pontos do git. O do meio é o mais revelador: prova que a 1.0 foi declarada sobre uma base endurecida, não redesenhada.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Aponte os cards da esquerda e os da direita. A mudança de bloco de cor para capa real é o que dá ao franqueado a chance de reconhecer a campanha antes de abrir.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forte do bloco. À esquerda, "Abertos recentemente: 0 materiais". À direita, uma biblioteca com busca e filtro.</a:t>
            </a:r>
          </a:p>
          <a:p>
            <a:r>
              <a:t>A diferença não é estética — é a diferença entre uma ferramenta e um acervo.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Vitrine, Campanha aberta, Chat que monta a arte.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Minhas artes, Estúdio, Exportar.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Console do time,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